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62" r:id="rId2"/>
    <p:sldId id="263" r:id="rId3"/>
    <p:sldId id="264" r:id="rId4"/>
  </p:sldIdLst>
  <p:sldSz cx="7772400" cy="10058400"/>
  <p:notesSz cx="6858000" cy="9144000"/>
  <p:embeddedFontLst>
    <p:embeddedFont>
      <p:font typeface="Montserrat" pitchFamily="2" charset="0"/>
      <p:regular r:id="rId5"/>
      <p:bold r:id="rId6"/>
      <p:italic r:id="rId7"/>
      <p:boldItalic r:id="rId8"/>
    </p:embeddedFont>
    <p:embeddedFont>
      <p:font typeface="Open Sans" pitchFamily="2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ading_Pa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{{ANCHOR_READING_PASSAGE_HEADER}}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6894" y="3475249"/>
            <a:ext cx="6417342" cy="491111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en-US" dirty="0" smtClean="0"/>
              <a:t>{{ANCHOR_READING_PASSAGE_STORY_TITLE}}</a:t>
            </a:r>
          </a:p>
          <a:p>
            <a:pPr lvl="0"/>
            <a:endParaRPr lang="en-US" dirty="0" smtClean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{{ANCHOR_READING_PASSAGE_GRADE_INFO}}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8918"/>
            <a:ext cx="6400800" cy="626309"/>
          </a:xfrm>
        </p:spPr>
        <p:txBody>
          <a:bodyPr/>
          <a:lstStyle>
            <a:lvl1pPr>
              <a:defRPr b="0" baseline="0"/>
            </a:lvl1pPr>
          </a:lstStyle>
          <a:p>
            <a:pPr lvl="0"/>
            <a:r>
              <a:rPr lang="en-US" dirty="0" smtClean="0"/>
              <a:t>Objectives: {{ANCHOR_READING_PASSAGE_OBJECTIVES}}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{{ANCHOR_READING_PASSAGE_DIRECTIONS}}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76894" y="4575519"/>
            <a:ext cx="6417342" cy="47584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{{ANCHOR_READING_PASSAGE_CONTENT}}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3567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4068236"/>
            <a:ext cx="6417342" cy="283135"/>
          </a:xfrm>
        </p:spPr>
        <p:txBody>
          <a:bodyPr/>
          <a:lstStyle>
            <a:lvl1pPr algn="ctr">
              <a:defRPr b="0" i="0"/>
            </a:lvl1pPr>
          </a:lstStyle>
          <a:p>
            <a:pPr lvl="0"/>
            <a:r>
              <a:rPr lang="en-US" dirty="0" smtClean="0"/>
              <a:t>{{ANCHOR_READING_PASSAGE_SUBTITLE}}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682815" y="1601377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{{ANCHOR_READING_PASSAGE_STANDARD_INFO}}</a:t>
            </a:r>
          </a:p>
        </p:txBody>
      </p:sp>
    </p:spTree>
    <p:extLst>
      <p:ext uri="{BB962C8B-B14F-4D97-AF65-F5344CB8AC3E}">
        <p14:creationId xmlns:p14="http://schemas.microsoft.com/office/powerpoint/2010/main" val="15157485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ading_Pa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56112" y="807521"/>
            <a:ext cx="6460176" cy="8490857"/>
          </a:xfrm>
        </p:spPr>
        <p:txBody>
          <a:bodyPr/>
          <a:lstStyle/>
          <a:p>
            <a:pPr lvl="0"/>
            <a:r>
              <a:rPr lang="en-US" dirty="0" smtClean="0"/>
              <a:t>{{ANCHOR_READING_PASSAGE_CONTENT}}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42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ading_Pa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56112" y="807521"/>
            <a:ext cx="6460176" cy="8490857"/>
          </a:xfrm>
        </p:spPr>
        <p:txBody>
          <a:bodyPr/>
          <a:lstStyle/>
          <a:p>
            <a:pPr lvl="0"/>
            <a:r>
              <a:rPr lang="en-US" dirty="0" smtClean="0"/>
              <a:t>{{ANCHOR_READING_PASSAGE_CONTENT}}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9187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4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9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3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66142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1096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Montserrat</vt:lpstr>
      <vt:lpstr>Open Sans</vt:lpstr>
      <vt:lpstr>Arial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68</cp:revision>
  <dcterms:created xsi:type="dcterms:W3CDTF">2026-01-31T07:59:54Z</dcterms:created>
  <dcterms:modified xsi:type="dcterms:W3CDTF">2026-02-03T13:32:03Z</dcterms:modified>
</cp:coreProperties>
</file>
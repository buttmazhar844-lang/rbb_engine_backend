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Secret Language of Dolphins</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RI.6.1 MARINE BIOLOGY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Analyze Evidence | Support Claims | Draw Conclusions</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 Cite textual evidence to support analysis of what the text says explicitly</a:t>
            </a:r>
          </a:p>
          <a:p>
            <a:r>
              <a:rPr lang="en-US" sz="1200" dirty="0" b="0">
                <a:latin typeface="Open Sans" pitchFamily="2" charset="0"/>
                <a:ea typeface="Open Sans" pitchFamily="2" charset="0"/>
                <a:cs typeface="Open Sans" pitchFamily="2" charset="0"/>
              </a:rPr>
              <a:t>• Cite textual evidence to support inferences drawn from the text</a:t>
            </a:r>
          </a:p>
          <a:p>
            <a:r>
              <a:rPr lang="en-US" sz="1200" dirty="0" b="0">
                <a:latin typeface="Open Sans" pitchFamily="2" charset="0"/>
                <a:ea typeface="Open Sans" pitchFamily="2" charset="0"/>
                <a:cs typeface="Open Sans" pitchFamily="2" charset="0"/>
              </a:rPr>
              <a:t>• Identify key details that support main ideas about dolphin communication</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Read the passage carefully. Pay attention to the main theme and key vocabulary.</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Secret Language of Dolphins</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Dolphins use complex communication systems involving sounds, movements, and lear</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Deep beneath the ocean's surface, dolphins engage in one of nature's most sophisticated communication systems. Scientists have discovered that these remarkable marine mammals use a complex combination of clicks, whistles, and body movements to share information with their pod members.</a:t>
            </a:r>
          </a:p>
          <a:p/>
          <a:p>
            <a:r>
              <a:rPr lang="en-US" sz="1200" dirty="0" b="0">
                <a:latin typeface="Open Sans" pitchFamily="2" charset="0"/>
                <a:ea typeface="Open Sans" pitchFamily="2" charset="0"/>
                <a:cs typeface="Open Sans" pitchFamily="2" charset="0"/>
              </a:rPr>
              <a:t>Dr. Marina Rodriguez, a marine biologist at the Ocean Research Institute, has spent over fifteen years studying dolphin communication. Her team recently made a breakthrough discovery using underwater microphones called hydrophones. They found that each dolphin develops a unique whistle pattern, similar to a human name, which other dolphins use to call and identify them.</a:t>
            </a:r>
          </a:p>
          <a:p/>
          <a:p>
            <a:r>
              <a:rPr lang="en-US" sz="1200" dirty="0" b="0">
                <a:latin typeface="Open Sans" pitchFamily="2" charset="0"/>
                <a:ea typeface="Open Sans" pitchFamily="2" charset="0"/>
                <a:cs typeface="Open Sans" pitchFamily="2" charset="0"/>
              </a:rPr>
              <a:t>The echolocation system dolphins use is equally fascinating. By producing rapid clicking sounds and listening to the echoes that bounce back, dolphins can navigate murky waters and locate prey with incredible precision. This biological sonar is so advanced that it can detect objects the size of a coin from over fifty feet away.</a:t>
            </a:r>
          </a:p>
          <a:p/>
          <a:p>
            <a:r>
              <a:rPr lang="en-US" sz="1200" dirty="0" b="0">
                <a:latin typeface="Open Sans" pitchFamily="2" charset="0"/>
                <a:ea typeface="Open Sans" pitchFamily="2" charset="0"/>
                <a:cs typeface="Open Sans" pitchFamily="2" charset="0"/>
              </a:rPr>
              <a:t>Researchers have also observed dolphins using signature behaviors to communicate emotions and intentions. When excited, dolphins may leap high above the water surface or slap their tails forcefully against the waves. During hunting, they coordinate their movements through subtle body language and specific vocal patterns.</a:t>
            </a:r>
          </a:p>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Deep beneath the ocean's surface, dolphins engage in one of nature's most sophisticated communication systems. Scientists have discovered that these remarkable marine mammals use a complex combination of clicks, whistles, and body movements to share information with their pod members.</a:t>
            </a:r>
          </a:p>
          <a:p/>
          <a:p>
            <a:r>
              <a:rPr lang="en-US" sz="1200" dirty="0" b="0">
                <a:latin typeface="Open Sans" pitchFamily="2" charset="0"/>
                <a:ea typeface="Open Sans" pitchFamily="2" charset="0"/>
                <a:cs typeface="Open Sans" pitchFamily="2" charset="0"/>
              </a:rPr>
              <a:t>Dr. Marina Rodriguez, a marine biologist at the Ocean Research Institute, has spent over fifteen years studying dolphin communication. Her team recently made a breakthrough discovery using underwater microphones called hydrophones. They found that each dolphin develops a unique whistle pattern, similar to a human name, which other dolphins use to call and identify them.</a:t>
            </a:r>
          </a:p>
          <a:p/>
          <a:p>
            <a:r>
              <a:rPr lang="en-US" sz="1200" dirty="0" b="0">
                <a:latin typeface="Open Sans" pitchFamily="2" charset="0"/>
                <a:ea typeface="Open Sans" pitchFamily="2" charset="0"/>
                <a:cs typeface="Open Sans" pitchFamily="2" charset="0"/>
              </a:rPr>
              <a:t>The echolocation system dolphins use is equally fascinating. By producing rapid clicking sounds and listening to the echoes that bounce back, dolphins can navigate murky waters and locate prey with incredible precision. This biological sonar is so advanced that it can detect objects the size of a coin from over fifty feet away.</a:t>
            </a:r>
          </a:p>
          <a:p/>
          <a:p>
            <a:r>
              <a:rPr lang="en-US" sz="1200" dirty="0" b="0">
                <a:latin typeface="Open Sans" pitchFamily="2" charset="0"/>
                <a:ea typeface="Open Sans" pitchFamily="2" charset="0"/>
                <a:cs typeface="Open Sans" pitchFamily="2" charset="0"/>
              </a:rPr>
              <a:t>Researchers have also observed dolphins using signature behaviors to communicate emotions and intentions. When excited, dolphins may leap high above the water surface or slap their tails forcefully against the waves. During hunting, they coordinate their movements through subtle body language and specific vocal patterns.</a:t>
            </a:r>
          </a:p>
          <a:p/>
          <a:p>
            <a:r>
              <a:rPr lang="en-US" sz="1200" dirty="0" b="0">
                <a:latin typeface="Open Sans" pitchFamily="2" charset="0"/>
                <a:ea typeface="Open Sans" pitchFamily="2" charset="0"/>
                <a:cs typeface="Open Sans" pitchFamily="2" charset="0"/>
              </a:rPr>
              <a:t>Perhaps most remarkably, dolphins demonstrate cultural transmission of knowledge. Young dolphins learn communication techniques by mimicking their mothers and other pod members. Different dolphin populations have developed distinct dialects, much like human communities develop regional accents and languages.</a:t>
            </a:r>
          </a:p>
          <a:p/>
          <a:p>
            <a:r>
              <a:rPr lang="en-US" sz="1200" dirty="0" b="0">
                <a:latin typeface="Open Sans" pitchFamily="2" charset="0"/>
                <a:ea typeface="Open Sans" pitchFamily="2" charset="0"/>
                <a:cs typeface="Open Sans" pitchFamily="2" charset="0"/>
              </a:rPr>
              <a:t>Recent studies suggest that dolphins may even have a primitive form of syntax in their vocalizations. Scientists recorded dolphins combining different whistle patterns in specific sequences, possibly creating more complex messages than previously thought possible.</a:t>
            </a:r>
          </a:p>
          <a:p/>
          <a:p>
            <a:r>
              <a:rPr lang="en-US" sz="1200" dirty="0" b="0">
                <a:latin typeface="Open Sans" pitchFamily="2" charset="0"/>
                <a:ea typeface="Open Sans" pitchFamily="2" charset="0"/>
                <a:cs typeface="Open Sans" pitchFamily="2" charset="0"/>
              </a:rPr>
              <a:t>This research has important implications for marine conservation efforts. Understanding dolphin communication helps scientists monitor dolphin health and behavior</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 What specific evidence from the text supports the claim that dolphin communication is sophisticated?</a:t>
            </a:r>
          </a:p>
          <a:p>
            <a:r>
              <a:rPr lang="en-US" sz="1200" dirty="0" b="0">
                <a:latin typeface="Open Sans" pitchFamily="2" charset="0"/>
                <a:ea typeface="Open Sans" pitchFamily="2" charset="0"/>
                <a:cs typeface="Open Sans" pitchFamily="2" charset="0"/>
              </a:rPr>
              <a:t>• How does the author use Dr. Rodriguez's research to strengthen the main argument about dolphin intelligence?</a:t>
            </a:r>
          </a:p>
          <a:p>
            <a:r>
              <a:rPr lang="en-US" sz="1200" dirty="0" b="0">
                <a:latin typeface="Open Sans" pitchFamily="2" charset="0"/>
                <a:ea typeface="Open Sans" pitchFamily="2" charset="0"/>
                <a:cs typeface="Open Sans" pitchFamily="2" charset="0"/>
              </a:rPr>
              <a:t>• Based on the passage, what can you infer about how human activities might affect dolphin communities?</a:t>
            </a:r>
          </a:p>
          <a:p>
            <a:r>
              <a:rPr lang="en-US" sz="1200" dirty="0" b="0">
                <a:latin typeface="Open Sans" pitchFamily="2" charset="0"/>
                <a:ea typeface="Open Sans" pitchFamily="2" charset="0"/>
                <a:cs typeface="Open Sans" pitchFamily="2" charset="0"/>
              </a:rPr>
              <a:t>• What textual evidence suggests that dolphin communication has similarities to human language?</a:t>
            </a:r>
          </a:p>
          <a:p/>
          <a:p>
            <a:r>
              <a:rPr lang="en-US" sz="1200" dirty="0" b="0">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Echolocation: the ability to locate objects using sound waves and their echoes</a:t>
            </a:r>
          </a:p>
          <a:p>
            <a:r>
              <a:rPr lang="en-US" sz="1200" dirty="0" b="0">
                <a:latin typeface="Open Sans" pitchFamily="2" charset="0"/>
                <a:ea typeface="Open Sans" pitchFamily="2" charset="0"/>
                <a:cs typeface="Open Sans" pitchFamily="2" charset="0"/>
              </a:rPr>
              <a:t>• Hydrophones: underwater microphones used to record ocean sounds</a:t>
            </a:r>
          </a:p>
          <a:p>
            <a:r>
              <a:rPr lang="en-US" sz="1200" dirty="0" b="0">
                <a:latin typeface="Open Sans" pitchFamily="2" charset="0"/>
                <a:ea typeface="Open Sans" pitchFamily="2" charset="0"/>
                <a:cs typeface="Open Sans" pitchFamily="2" charset="0"/>
              </a:rPr>
              <a:t>• Pod: a group of dolphins that live and travel together</a:t>
            </a:r>
          </a:p>
          <a:p>
            <a:r>
              <a:rPr lang="en-US" sz="1200" dirty="0" b="0">
                <a:latin typeface="Open Sans" pitchFamily="2" charset="0"/>
                <a:ea typeface="Open Sans" pitchFamily="2" charset="0"/>
                <a:cs typeface="Open Sans" pitchFamily="2" charset="0"/>
              </a:rPr>
              <a:t>• Signature: a unique pattern that identifies a specific individual</a:t>
            </a:r>
          </a:p>
          <a:p>
            <a:r>
              <a:rPr lang="en-US" sz="1200" dirty="0" b="0">
                <a:latin typeface="Open Sans" pitchFamily="2" charset="0"/>
                <a:ea typeface="Open Sans" pitchFamily="2" charset="0"/>
                <a:cs typeface="Open Sans" pitchFamily="2" charset="0"/>
              </a:rPr>
              <a:t>• Syntax: the arrangement of words or sounds to create meaning</a:t>
            </a:r>
          </a:p>
          <a:p>
            <a:r>
              <a:rPr lang="en-US" sz="1200" dirty="0" b="0">
                <a:latin typeface="Open Sans" pitchFamily="2" charset="0"/>
                <a:ea typeface="Open Sans" pitchFamily="2" charset="0"/>
                <a:cs typeface="Open Sans" pitchFamily="2" charset="0"/>
              </a:rPr>
              <a:t>• Cultural Transmission: the process of passing knowledge from one generation to the next</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
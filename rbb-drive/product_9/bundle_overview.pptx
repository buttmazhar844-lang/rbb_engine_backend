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56" r:id="rId2"/>
    <p:sldId id="257" r:id="rId3"/>
  </p:sldIdLst>
  <p:sldSz cx="7772400" cy="10058400"/>
  <p:notesSz cx="6858000" cy="9144000"/>
  <p:embeddedFontLst>
    <p:embeddedFont>
      <p:font typeface="Montserrat" pitchFamily="2" charset="0"/>
      <p:regular r:id="rId4"/>
      <p:bold r:id="rId5"/>
      <p:italic r:id="rId6"/>
      <p:boldItalic r:id="rId7"/>
    </p:embeddedFont>
    <p:embeddedFont>
      <p:font typeface="Open Sans" pitchFamily="2" charset="0"/>
      <p:regular r:id="rId8"/>
      <p:bold r:id="rId9"/>
      <p:italic r:id="rId10"/>
      <p:boldItalic r:id="rId11"/>
    </p:embeddedFont>
    <p:embeddedFont>
      <p:font typeface="Calibri" panose="020F0502020204030204" pitchFamily="34" charset="0"/>
      <p:regular r:id="rId12"/>
      <p:bold r:id="rId13"/>
      <p:italic r:id="rId14"/>
      <p:boldItalic r:id="rId15"/>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03" autoAdjust="0"/>
    <p:restoredTop sz="94660"/>
  </p:normalViewPr>
  <p:slideViewPr>
    <p:cSldViewPr snapToGrid="0">
      <p:cViewPr varScale="1">
        <p:scale>
          <a:sx n="80" d="100"/>
          <a:sy n="80" d="100"/>
        </p:scale>
        <p:origin x="11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font" Target="fonts/font10.fntdata"/><Relationship Id="rId14" Type="http://schemas.openxmlformats.org/officeDocument/2006/relationships/font" Target="fonts/font11.fntdata"/><Relationship Id="rId15" Type="http://schemas.openxmlformats.org/officeDocument/2006/relationships/font" Target="fonts/font12.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undle_Overview">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808650"/>
            <a:ext cx="6400800" cy="390912"/>
          </a:xfrm>
        </p:spPr>
        <p:txBody>
          <a:bodyPr>
            <a:normAutofit/>
          </a:bodyPr>
          <a:lstStyle>
            <a:lvl1pPr>
              <a:defRPr sz="1800">
                <a:solidFill>
                  <a:schemeClr val="tx2"/>
                </a:solidFill>
              </a:defRPr>
            </a:lvl1pPr>
          </a:lstStyle>
          <a:p>
            <a:r>
              <a:rPr lang="en-US" dirty="0" smtClean="0"/>
              <a:t>{{BUNDLE_OVERVIEW_HEADER}}</a:t>
            </a:r>
            <a:endParaRPr lang="en-US" dirty="0"/>
          </a:p>
        </p:txBody>
      </p:sp>
      <p:sp>
        <p:nvSpPr>
          <p:cNvPr id="8" name="Text Placeholder 7"/>
          <p:cNvSpPr>
            <a:spLocks noGrp="1"/>
          </p:cNvSpPr>
          <p:nvPr>
            <p:ph type="body" sz="quarter" idx="10" hasCustomPrompt="1"/>
          </p:nvPr>
        </p:nvSpPr>
        <p:spPr>
          <a:xfrm>
            <a:off x="677529" y="2079591"/>
            <a:ext cx="6417342" cy="225460"/>
          </a:xfrm>
        </p:spPr>
        <p:txBody>
          <a:bodyPr>
            <a:normAutofit/>
          </a:bodyPr>
          <a:lstStyle>
            <a:lvl1pPr algn="l">
              <a:defRPr sz="1200" b="1">
                <a:solidFill>
                  <a:schemeClr val="tx2"/>
                </a:solidFill>
              </a:defRPr>
            </a:lvl1pPr>
          </a:lstStyle>
          <a:p>
            <a:pPr lvl="0"/>
            <a:r>
              <a:rPr lang="en-US" dirty="0" smtClean="0"/>
              <a:t>{{STANDARD_ALIGNMENT_TITLE}}</a:t>
            </a:r>
          </a:p>
        </p:txBody>
      </p:sp>
      <p:sp>
        <p:nvSpPr>
          <p:cNvPr id="10" name="Text Placeholder 9"/>
          <p:cNvSpPr>
            <a:spLocks noGrp="1"/>
          </p:cNvSpPr>
          <p:nvPr>
            <p:ph type="body" sz="quarter" idx="11" hasCustomPrompt="1"/>
          </p:nvPr>
        </p:nvSpPr>
        <p:spPr>
          <a:xfrm>
            <a:off x="685800" y="1283901"/>
            <a:ext cx="6400800" cy="259891"/>
          </a:xfrm>
        </p:spPr>
        <p:txBody>
          <a:bodyPr/>
          <a:lstStyle>
            <a:lvl1pPr algn="ctr">
              <a:defRPr sz="1400">
                <a:solidFill>
                  <a:schemeClr val="tx2"/>
                </a:solidFill>
                <a:latin typeface="Montserrat" pitchFamily="2" charset="0"/>
              </a:defRPr>
            </a:lvl1pPr>
          </a:lstStyle>
          <a:p>
            <a:pPr lvl="0"/>
            <a:r>
              <a:rPr lang="en-US" dirty="0" smtClean="0"/>
              <a:t>{{BUNDLE_OVERVIEW_GRADE_INFO}}</a:t>
            </a:r>
          </a:p>
          <a:p>
            <a:pPr lvl="0"/>
            <a:endParaRPr lang="en-US" dirty="0" smtClean="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 Placeholder 7"/>
          <p:cNvSpPr>
            <a:spLocks noGrp="1"/>
          </p:cNvSpPr>
          <p:nvPr>
            <p:ph type="body" sz="quarter" idx="20" hasCustomPrompt="1"/>
          </p:nvPr>
        </p:nvSpPr>
        <p:spPr>
          <a:xfrm>
            <a:off x="677529" y="2378040"/>
            <a:ext cx="6417342" cy="807040"/>
          </a:xfrm>
        </p:spPr>
        <p:txBody>
          <a:bodyPr/>
          <a:lstStyle>
            <a:lvl1pPr algn="l">
              <a:defRPr b="0"/>
            </a:lvl1pPr>
          </a:lstStyle>
          <a:p>
            <a:pPr lvl="0"/>
            <a:r>
              <a:rPr lang="en-US" dirty="0" smtClean="0"/>
              <a:t>{{STANDARD_ALIGNMENT_CONTENT}}</a:t>
            </a:r>
          </a:p>
        </p:txBody>
      </p:sp>
      <p:sp>
        <p:nvSpPr>
          <p:cNvPr id="9" name="Text Placeholder 7"/>
          <p:cNvSpPr>
            <a:spLocks noGrp="1"/>
          </p:cNvSpPr>
          <p:nvPr>
            <p:ph type="body" sz="quarter" idx="21" hasCustomPrompt="1"/>
          </p:nvPr>
        </p:nvSpPr>
        <p:spPr>
          <a:xfrm>
            <a:off x="677529" y="3314027"/>
            <a:ext cx="6417342" cy="225460"/>
          </a:xfrm>
        </p:spPr>
        <p:txBody>
          <a:bodyPr>
            <a:normAutofit/>
          </a:bodyPr>
          <a:lstStyle>
            <a:lvl1pPr algn="l">
              <a:defRPr sz="1200" b="1">
                <a:solidFill>
                  <a:schemeClr val="tx2"/>
                </a:solidFill>
              </a:defRPr>
            </a:lvl1pPr>
          </a:lstStyle>
          <a:p>
            <a:pPr lvl="0"/>
            <a:r>
              <a:rPr lang="en-US" dirty="0" smtClean="0"/>
              <a:t>{{STANDARD_BREAKDOWN_TITLE}}</a:t>
            </a:r>
          </a:p>
        </p:txBody>
      </p:sp>
      <p:sp>
        <p:nvSpPr>
          <p:cNvPr id="11" name="Text Placeholder 7"/>
          <p:cNvSpPr>
            <a:spLocks noGrp="1"/>
          </p:cNvSpPr>
          <p:nvPr>
            <p:ph type="body" sz="quarter" idx="22" hasCustomPrompt="1"/>
          </p:nvPr>
        </p:nvSpPr>
        <p:spPr>
          <a:xfrm>
            <a:off x="677529" y="3612476"/>
            <a:ext cx="6417342" cy="1722583"/>
          </a:xfrm>
        </p:spPr>
        <p:txBody>
          <a:bodyPr/>
          <a:lstStyle>
            <a:lvl1pPr algn="l">
              <a:defRPr b="0"/>
            </a:lvl1pPr>
          </a:lstStyle>
          <a:p>
            <a:pPr lvl="0"/>
            <a:r>
              <a:rPr lang="en-US" dirty="0" smtClean="0"/>
              <a:t>{{STANDARD_BREAKDOWN_CONTENT}}</a:t>
            </a:r>
          </a:p>
        </p:txBody>
      </p:sp>
      <p:sp>
        <p:nvSpPr>
          <p:cNvPr id="12" name="Text Placeholder 7"/>
          <p:cNvSpPr>
            <a:spLocks noGrp="1"/>
          </p:cNvSpPr>
          <p:nvPr>
            <p:ph type="body" sz="quarter" idx="23" hasCustomPrompt="1"/>
          </p:nvPr>
        </p:nvSpPr>
        <p:spPr>
          <a:xfrm>
            <a:off x="677529" y="5482614"/>
            <a:ext cx="6417342" cy="225460"/>
          </a:xfrm>
        </p:spPr>
        <p:txBody>
          <a:bodyPr>
            <a:normAutofit/>
          </a:bodyPr>
          <a:lstStyle>
            <a:lvl1pPr algn="l">
              <a:defRPr sz="1200" b="1">
                <a:solidFill>
                  <a:schemeClr val="tx2"/>
                </a:solidFill>
              </a:defRPr>
            </a:lvl1pPr>
          </a:lstStyle>
          <a:p>
            <a:pPr lvl="0"/>
            <a:r>
              <a:rPr lang="en-US" dirty="0" smtClean="0"/>
              <a:t>{{WHATS_INCLUDED_TITLE}}</a:t>
            </a:r>
          </a:p>
        </p:txBody>
      </p:sp>
      <p:sp>
        <p:nvSpPr>
          <p:cNvPr id="13" name="Text Placeholder 7"/>
          <p:cNvSpPr>
            <a:spLocks noGrp="1"/>
          </p:cNvSpPr>
          <p:nvPr>
            <p:ph type="body" sz="quarter" idx="24" hasCustomPrompt="1"/>
          </p:nvPr>
        </p:nvSpPr>
        <p:spPr>
          <a:xfrm>
            <a:off x="677529" y="5781063"/>
            <a:ext cx="6417342" cy="1828909"/>
          </a:xfrm>
        </p:spPr>
        <p:txBody>
          <a:bodyPr/>
          <a:lstStyle>
            <a:lvl1pPr algn="l">
              <a:defRPr b="0"/>
            </a:lvl1pPr>
          </a:lstStyle>
          <a:p>
            <a:pPr lvl="0"/>
            <a:r>
              <a:rPr lang="en-US" dirty="0" smtClean="0"/>
              <a:t>{{WHATS_INCLUDED_CONTENT}}</a:t>
            </a:r>
          </a:p>
        </p:txBody>
      </p:sp>
      <p:sp>
        <p:nvSpPr>
          <p:cNvPr id="14" name="Text Placeholder 7"/>
          <p:cNvSpPr>
            <a:spLocks noGrp="1"/>
          </p:cNvSpPr>
          <p:nvPr>
            <p:ph type="body" sz="quarter" idx="25" hasCustomPrompt="1"/>
          </p:nvPr>
        </p:nvSpPr>
        <p:spPr>
          <a:xfrm>
            <a:off x="677529" y="7739656"/>
            <a:ext cx="6417342" cy="225460"/>
          </a:xfrm>
        </p:spPr>
        <p:txBody>
          <a:bodyPr>
            <a:normAutofit/>
          </a:bodyPr>
          <a:lstStyle>
            <a:lvl1pPr algn="l">
              <a:defRPr sz="1200" b="1">
                <a:solidFill>
                  <a:schemeClr val="tx2"/>
                </a:solidFill>
              </a:defRPr>
            </a:lvl1pPr>
          </a:lstStyle>
          <a:p>
            <a:pPr lvl="0"/>
            <a:r>
              <a:rPr lang="en-US" dirty="0" smtClean="0"/>
              <a:t>{{LEARNING_OBJECTIVES_TITLE}}</a:t>
            </a:r>
          </a:p>
        </p:txBody>
      </p:sp>
      <p:sp>
        <p:nvSpPr>
          <p:cNvPr id="15" name="Text Placeholder 7"/>
          <p:cNvSpPr>
            <a:spLocks noGrp="1"/>
          </p:cNvSpPr>
          <p:nvPr>
            <p:ph type="body" sz="quarter" idx="26" hasCustomPrompt="1"/>
          </p:nvPr>
        </p:nvSpPr>
        <p:spPr>
          <a:xfrm>
            <a:off x="677529" y="8038105"/>
            <a:ext cx="6417342" cy="1329179"/>
          </a:xfrm>
        </p:spPr>
        <p:txBody>
          <a:bodyPr/>
          <a:lstStyle>
            <a:lvl1pPr algn="l">
              <a:defRPr b="0"/>
            </a:lvl1pPr>
          </a:lstStyle>
          <a:p>
            <a:pPr lvl="0"/>
            <a:r>
              <a:rPr lang="en-US" dirty="0" smtClean="0"/>
              <a:t>{{LEARNING_OBJECTIVES_CONTENT}}</a:t>
            </a:r>
          </a:p>
        </p:txBody>
      </p:sp>
      <p:sp>
        <p:nvSpPr>
          <p:cNvPr id="16" name="Text Placeholder 9"/>
          <p:cNvSpPr>
            <a:spLocks noGrp="1"/>
          </p:cNvSpPr>
          <p:nvPr>
            <p:ph type="body" sz="quarter" idx="27" hasCustomPrompt="1"/>
          </p:nvPr>
        </p:nvSpPr>
        <p:spPr>
          <a:xfrm>
            <a:off x="682815" y="1615541"/>
            <a:ext cx="6400800" cy="259891"/>
          </a:xfrm>
        </p:spPr>
        <p:txBody>
          <a:bodyPr/>
          <a:lstStyle>
            <a:lvl1pPr algn="ctr">
              <a:defRPr sz="1400">
                <a:solidFill>
                  <a:schemeClr val="tx2"/>
                </a:solidFill>
                <a:latin typeface="Montserrat" pitchFamily="2" charset="0"/>
              </a:defRPr>
            </a:lvl1pPr>
          </a:lstStyle>
          <a:p>
            <a:pPr lvl="0"/>
            <a:r>
              <a:rPr lang="en-US" dirty="0" smtClean="0"/>
              <a:t>{{BUNDLE_OVERVIEW_STANDARD_INFO}}</a:t>
            </a:r>
          </a:p>
          <a:p>
            <a:pPr lvl="0"/>
            <a:endParaRPr lang="en-US" dirty="0" smtClean="0"/>
          </a:p>
        </p:txBody>
      </p:sp>
    </p:spTree>
    <p:extLst>
      <p:ext uri="{BB962C8B-B14F-4D97-AF65-F5344CB8AC3E}">
        <p14:creationId xmlns:p14="http://schemas.microsoft.com/office/powerpoint/2010/main" val="222018264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undle_Overview">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677529" y="824946"/>
            <a:ext cx="6417342" cy="225460"/>
          </a:xfrm>
        </p:spPr>
        <p:txBody>
          <a:bodyPr>
            <a:normAutofit/>
          </a:bodyPr>
          <a:lstStyle>
            <a:lvl1pPr algn="l">
              <a:defRPr sz="1200" b="1">
                <a:solidFill>
                  <a:schemeClr val="tx2"/>
                </a:solidFill>
              </a:defRPr>
            </a:lvl1pPr>
          </a:lstStyle>
          <a:p>
            <a:pPr lvl="0"/>
            <a:r>
              <a:rPr lang="en-US" dirty="0" smtClean="0"/>
              <a:t>{{SUGGESTED_PACING_TITLE}}</a:t>
            </a:r>
          </a:p>
        </p:txBody>
      </p:sp>
      <p:sp>
        <p:nvSpPr>
          <p:cNvPr id="25" name="Text Placeholder 7"/>
          <p:cNvSpPr>
            <a:spLocks noGrp="1"/>
          </p:cNvSpPr>
          <p:nvPr>
            <p:ph type="body" sz="quarter" idx="20" hasCustomPrompt="1"/>
          </p:nvPr>
        </p:nvSpPr>
        <p:spPr>
          <a:xfrm>
            <a:off x="677529" y="1123395"/>
            <a:ext cx="6417342" cy="1439052"/>
          </a:xfrm>
        </p:spPr>
        <p:txBody>
          <a:bodyPr/>
          <a:lstStyle>
            <a:lvl1pPr algn="l">
              <a:defRPr b="0"/>
            </a:lvl1pPr>
          </a:lstStyle>
          <a:p>
            <a:pPr lvl="0"/>
            <a:r>
              <a:rPr lang="en-US" dirty="0" smtClean="0"/>
              <a:t>{{SUGGESTED_PACING_CONTENT}}</a:t>
            </a:r>
          </a:p>
        </p:txBody>
      </p:sp>
      <p:sp>
        <p:nvSpPr>
          <p:cNvPr id="9" name="Text Placeholder 7"/>
          <p:cNvSpPr>
            <a:spLocks noGrp="1"/>
          </p:cNvSpPr>
          <p:nvPr>
            <p:ph type="body" sz="quarter" idx="21" hasCustomPrompt="1"/>
          </p:nvPr>
        </p:nvSpPr>
        <p:spPr>
          <a:xfrm>
            <a:off x="677529" y="2784885"/>
            <a:ext cx="6417342" cy="225460"/>
          </a:xfrm>
        </p:spPr>
        <p:txBody>
          <a:bodyPr>
            <a:normAutofit/>
          </a:bodyPr>
          <a:lstStyle>
            <a:lvl1pPr algn="l">
              <a:defRPr sz="1200" b="1">
                <a:solidFill>
                  <a:schemeClr val="tx2"/>
                </a:solidFill>
              </a:defRPr>
            </a:lvl1pPr>
          </a:lstStyle>
          <a:p>
            <a:pPr lvl="0"/>
            <a:r>
              <a:rPr lang="en-US" dirty="0" smtClean="0"/>
              <a:t>{{MATERIALS_NEEDED_TITLE}}</a:t>
            </a:r>
          </a:p>
        </p:txBody>
      </p:sp>
      <p:sp>
        <p:nvSpPr>
          <p:cNvPr id="11" name="Text Placeholder 7"/>
          <p:cNvSpPr>
            <a:spLocks noGrp="1"/>
          </p:cNvSpPr>
          <p:nvPr>
            <p:ph type="body" sz="quarter" idx="22" hasCustomPrompt="1"/>
          </p:nvPr>
        </p:nvSpPr>
        <p:spPr>
          <a:xfrm>
            <a:off x="677529" y="3083334"/>
            <a:ext cx="6417342" cy="1722583"/>
          </a:xfrm>
        </p:spPr>
        <p:txBody>
          <a:bodyPr/>
          <a:lstStyle>
            <a:lvl1pPr algn="l">
              <a:defRPr b="0"/>
            </a:lvl1pPr>
          </a:lstStyle>
          <a:p>
            <a:pPr lvl="0"/>
            <a:r>
              <a:rPr lang="en-US" dirty="0" smtClean="0"/>
              <a:t>{{MATERIALS_NEEDED_CONTENT}}</a:t>
            </a:r>
          </a:p>
        </p:txBody>
      </p:sp>
      <p:sp>
        <p:nvSpPr>
          <p:cNvPr id="12" name="Text Placeholder 7"/>
          <p:cNvSpPr>
            <a:spLocks noGrp="1"/>
          </p:cNvSpPr>
          <p:nvPr>
            <p:ph type="body" sz="quarter" idx="23" hasCustomPrompt="1"/>
          </p:nvPr>
        </p:nvSpPr>
        <p:spPr>
          <a:xfrm>
            <a:off x="677529" y="5076094"/>
            <a:ext cx="6417342" cy="239236"/>
          </a:xfrm>
        </p:spPr>
        <p:txBody>
          <a:bodyPr>
            <a:normAutofit/>
          </a:bodyPr>
          <a:lstStyle>
            <a:lvl1pPr algn="l">
              <a:defRPr sz="1200" b="1">
                <a:solidFill>
                  <a:schemeClr val="tx2"/>
                </a:solidFill>
              </a:defRPr>
            </a:lvl1pPr>
          </a:lstStyle>
          <a:p>
            <a:pPr lvl="0"/>
            <a:r>
              <a:rPr lang="en-US" dirty="0" smtClean="0"/>
              <a:t>{{DIFFERENTIATION_TIPS_TITLE}}</a:t>
            </a:r>
          </a:p>
        </p:txBody>
      </p:sp>
      <p:sp>
        <p:nvSpPr>
          <p:cNvPr id="13" name="Text Placeholder 7"/>
          <p:cNvSpPr>
            <a:spLocks noGrp="1"/>
          </p:cNvSpPr>
          <p:nvPr>
            <p:ph type="body" sz="quarter" idx="24" hasCustomPrompt="1"/>
          </p:nvPr>
        </p:nvSpPr>
        <p:spPr>
          <a:xfrm>
            <a:off x="677529" y="5374543"/>
            <a:ext cx="6417342" cy="1940657"/>
          </a:xfrm>
        </p:spPr>
        <p:txBody>
          <a:bodyPr/>
          <a:lstStyle>
            <a:lvl1pPr algn="l">
              <a:defRPr b="0"/>
            </a:lvl1pPr>
          </a:lstStyle>
          <a:p>
            <a:pPr lvl="0"/>
            <a:r>
              <a:rPr lang="en-US" dirty="0" smtClean="0"/>
              <a:t>{{DIFFERENTIATION_TIPS_CONTENT}}</a:t>
            </a:r>
          </a:p>
        </p:txBody>
      </p:sp>
      <p:sp>
        <p:nvSpPr>
          <p:cNvPr id="14" name="Text Placeholder 7"/>
          <p:cNvSpPr>
            <a:spLocks noGrp="1"/>
          </p:cNvSpPr>
          <p:nvPr>
            <p:ph type="body" sz="quarter" idx="25" hasCustomPrompt="1"/>
          </p:nvPr>
        </p:nvSpPr>
        <p:spPr>
          <a:xfrm>
            <a:off x="677529" y="7558899"/>
            <a:ext cx="6417342" cy="225460"/>
          </a:xfrm>
        </p:spPr>
        <p:txBody>
          <a:bodyPr>
            <a:normAutofit/>
          </a:bodyPr>
          <a:lstStyle>
            <a:lvl1pPr algn="l">
              <a:defRPr sz="1200" b="1">
                <a:solidFill>
                  <a:schemeClr val="tx2"/>
                </a:solidFill>
              </a:defRPr>
            </a:lvl1pPr>
          </a:lstStyle>
          <a:p>
            <a:pPr lvl="0"/>
            <a:r>
              <a:rPr lang="en-US" dirty="0" smtClean="0"/>
              <a:t>{{ASSESSMENT_OVERVIEW_TITLE}}</a:t>
            </a:r>
          </a:p>
        </p:txBody>
      </p:sp>
      <p:sp>
        <p:nvSpPr>
          <p:cNvPr id="15" name="Text Placeholder 7"/>
          <p:cNvSpPr>
            <a:spLocks noGrp="1"/>
          </p:cNvSpPr>
          <p:nvPr>
            <p:ph type="body" sz="quarter" idx="26" hasCustomPrompt="1"/>
          </p:nvPr>
        </p:nvSpPr>
        <p:spPr>
          <a:xfrm>
            <a:off x="677529" y="7857348"/>
            <a:ext cx="6417342" cy="1456773"/>
          </a:xfrm>
        </p:spPr>
        <p:txBody>
          <a:bodyPr/>
          <a:lstStyle>
            <a:lvl1pPr algn="l">
              <a:defRPr b="0"/>
            </a:lvl1pPr>
          </a:lstStyle>
          <a:p>
            <a:pPr lvl="0"/>
            <a:r>
              <a:rPr lang="en-US" dirty="0" smtClean="0"/>
              <a:t>{{ASSESSMENT_OVERVIEW_CONTENT}}</a:t>
            </a:r>
          </a:p>
        </p:txBody>
      </p:sp>
    </p:spTree>
    <p:extLst>
      <p:ext uri="{BB962C8B-B14F-4D97-AF65-F5344CB8AC3E}">
        <p14:creationId xmlns:p14="http://schemas.microsoft.com/office/powerpoint/2010/main" val="154113896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65" r:id="rId1"/>
    <p:sldLayoutId id="2147483766" r:id="rId2"/>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99563" y="815467"/>
            <a:ext cx="6384052"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RI.6.1 Text Evidence Bundle</a:t>
            </a:r>
          </a:p>
        </p:txBody>
      </p:sp>
      <p:sp>
        <p:nvSpPr>
          <p:cNvPr id="12" name="TextBox 11"/>
          <p:cNvSpPr txBox="1"/>
          <p:nvPr/>
        </p:nvSpPr>
        <p:spPr>
          <a:xfrm>
            <a:off x="699563" y="1241513"/>
            <a:ext cx="638405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16" name="TextBox 15"/>
          <p:cNvSpPr txBox="1"/>
          <p:nvPr/>
        </p:nvSpPr>
        <p:spPr>
          <a:xfrm>
            <a:off x="677529" y="1559394"/>
            <a:ext cx="638405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Claims | Analyze Text</a:t>
            </a:r>
          </a:p>
        </p:txBody>
      </p:sp>
      <p:sp>
        <p:nvSpPr>
          <p:cNvPr id="13" name="TextBox 12"/>
          <p:cNvSpPr txBox="1"/>
          <p:nvPr/>
        </p:nvSpPr>
        <p:spPr>
          <a:xfrm>
            <a:off x="699570" y="2053821"/>
            <a:ext cx="6428351"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Standard Alignment</a:t>
            </a:r>
          </a:p>
        </p:txBody>
      </p:sp>
      <p:sp>
        <p:nvSpPr>
          <p:cNvPr id="18" name="TextBox 17"/>
          <p:cNvSpPr txBox="1"/>
          <p:nvPr/>
        </p:nvSpPr>
        <p:spPr>
          <a:xfrm>
            <a:off x="677529" y="2378429"/>
            <a:ext cx="6450391" cy="830997"/>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RI.6.1: Cite textual evidence to support analysis of what the text says explicitly as well as inferences drawn from the text. Students learn to reference specific details and examples from informational texts to justify their understanding.</a:t>
            </a:r>
          </a:p>
        </p:txBody>
      </p:sp>
      <p:sp>
        <p:nvSpPr>
          <p:cNvPr id="19" name="TextBox 18"/>
          <p:cNvSpPr txBox="1"/>
          <p:nvPr/>
        </p:nvSpPr>
        <p:spPr>
          <a:xfrm>
            <a:off x="666520" y="3306059"/>
            <a:ext cx="6461400"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Standard Breakdown</a:t>
            </a:r>
          </a:p>
        </p:txBody>
      </p:sp>
      <p:sp>
        <p:nvSpPr>
          <p:cNvPr id="20" name="TextBox 19"/>
          <p:cNvSpPr txBox="1"/>
          <p:nvPr/>
        </p:nvSpPr>
        <p:spPr>
          <a:xfrm>
            <a:off x="677537" y="3612476"/>
            <a:ext cx="6450383" cy="1754326"/>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What students must know: Difference between explicit and implicit information, what constitutes valid textual evidence, how to identify supporting details.</a:t>
            </a:r>
          </a:p>
          <a:p>
            <a:r>
              <a:rPr lang="en-US" sz="1200" dirty="0" b="0">
                <a:latin typeface="Open Sans" pitchFamily="2" charset="0"/>
                <a:ea typeface="Open Sans" pitchFamily="2" charset="0"/>
                <a:cs typeface="Open Sans" pitchFamily="2" charset="0"/>
              </a:rPr>
              <a:t>What students must do: Quote or paraphrase evidence, make logical inferences, connect evidence to analysis.</a:t>
            </a:r>
          </a:p>
          <a:p>
            <a:r>
              <a:rPr lang="en-US" sz="1200" dirty="0" b="0">
                <a:latin typeface="Open Sans" pitchFamily="2" charset="0"/>
                <a:ea typeface="Open Sans" pitchFamily="2" charset="0"/>
                <a:cs typeface="Open Sans" pitchFamily="2" charset="0"/>
              </a:rPr>
              <a:t>Required skills: Close reading, analytical thinking, citation techniques.</a:t>
            </a:r>
          </a:p>
          <a:p>
            <a:r>
              <a:rPr lang="en-US" sz="1200" dirty="0" b="0">
                <a:latin typeface="Open Sans" pitchFamily="2" charset="0"/>
                <a:ea typeface="Open Sans" pitchFamily="2" charset="0"/>
                <a:cs typeface="Open Sans" pitchFamily="2" charset="0"/>
              </a:rPr>
              <a:t>Depth of knowledge: Level 2-3 analysis and reasoning.</a:t>
            </a:r>
          </a:p>
        </p:txBody>
      </p:sp>
      <p:sp>
        <p:nvSpPr>
          <p:cNvPr id="23" name="TextBox 22"/>
          <p:cNvSpPr txBox="1"/>
          <p:nvPr/>
        </p:nvSpPr>
        <p:spPr>
          <a:xfrm>
            <a:off x="666520" y="5456846"/>
            <a:ext cx="6461400"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What's Included</a:t>
            </a:r>
          </a:p>
        </p:txBody>
      </p:sp>
      <p:sp>
        <p:nvSpPr>
          <p:cNvPr id="24" name="TextBox 23"/>
          <p:cNvSpPr txBox="1"/>
          <p:nvPr/>
        </p:nvSpPr>
        <p:spPr>
          <a:xfrm>
            <a:off x="666519" y="5733845"/>
            <a:ext cx="6428351" cy="1938992"/>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1. Bundle Overview Page</a:t>
            </a:r>
          </a:p>
          <a:p>
            <a:r>
              <a:rPr lang="en-US" sz="1200" dirty="0" b="0">
                <a:latin typeface="Open Sans" pitchFamily="2" charset="0"/>
                <a:ea typeface="Open Sans" pitchFamily="2" charset="0"/>
                <a:cs typeface="Open Sans" pitchFamily="2" charset="0"/>
              </a:rPr>
              <a:t>2. Vocabulary Pack</a:t>
            </a:r>
          </a:p>
          <a:p>
            <a:r>
              <a:rPr lang="en-US" sz="1200" dirty="0" b="0">
                <a:latin typeface="Open Sans" pitchFamily="2" charset="0"/>
                <a:ea typeface="Open Sans" pitchFamily="2" charset="0"/>
                <a:cs typeface="Open Sans" pitchFamily="2" charset="0"/>
              </a:rPr>
              <a:t>3. Anchor Reading Passages</a:t>
            </a:r>
          </a:p>
          <a:p>
            <a:r>
              <a:rPr lang="en-US" sz="1200" dirty="0" b="0">
                <a:latin typeface="Open Sans" pitchFamily="2" charset="0"/>
                <a:ea typeface="Open Sans" pitchFamily="2" charset="0"/>
                <a:cs typeface="Open Sans" pitchFamily="2" charset="0"/>
              </a:rPr>
              <a:t>4. Reading Comprehension Questions</a:t>
            </a:r>
          </a:p>
          <a:p>
            <a:r>
              <a:rPr lang="en-US" sz="1200" dirty="0" b="0">
                <a:latin typeface="Open Sans" pitchFamily="2" charset="0"/>
                <a:ea typeface="Open Sans" pitchFamily="2" charset="0"/>
                <a:cs typeface="Open Sans" pitchFamily="2" charset="0"/>
              </a:rPr>
              <a:t>5. Writing Prompt Pack</a:t>
            </a:r>
          </a:p>
          <a:p>
            <a:r>
              <a:rPr lang="en-US" sz="1200" dirty="0" b="0">
                <a:latin typeface="Open Sans" pitchFamily="2" charset="0"/>
                <a:ea typeface="Open Sans" pitchFamily="2" charset="0"/>
                <a:cs typeface="Open Sans" pitchFamily="2" charset="0"/>
              </a:rPr>
              <a:t>6. Graphic Organizer Pack</a:t>
            </a:r>
          </a:p>
          <a:p>
            <a:r>
              <a:rPr lang="en-US" sz="1200" dirty="0" b="0">
                <a:latin typeface="Open Sans" pitchFamily="2" charset="0"/>
                <a:ea typeface="Open Sans" pitchFamily="2" charset="0"/>
                <a:cs typeface="Open Sans" pitchFamily="2" charset="0"/>
              </a:rPr>
              <a:t>7. Mini-Lesson &amp; Anchor Chart</a:t>
            </a:r>
          </a:p>
          <a:p>
            <a:r>
              <a:rPr lang="en-US" sz="1200" dirty="0" b="0">
                <a:latin typeface="Open Sans" pitchFamily="2" charset="0"/>
                <a:ea typeface="Open Sans" pitchFamily="2" charset="0"/>
                <a:cs typeface="Open Sans" pitchFamily="2" charset="0"/>
              </a:rPr>
              <a:t>8. Exit Tickets</a:t>
            </a:r>
          </a:p>
          <a:p>
            <a:r>
              <a:rPr lang="en-US" sz="1200" dirty="0" b="0">
                <a:latin typeface="Open Sans" pitchFamily="2" charset="0"/>
                <a:ea typeface="Open Sans" pitchFamily="2" charset="0"/>
                <a:cs typeface="Open Sans" pitchFamily="2" charset="0"/>
              </a:rPr>
              <a:t>9. Short Quiz</a:t>
            </a:r>
          </a:p>
        </p:txBody>
      </p:sp>
      <p:sp>
        <p:nvSpPr>
          <p:cNvPr id="25" name="TextBox 24"/>
          <p:cNvSpPr txBox="1"/>
          <p:nvPr/>
        </p:nvSpPr>
        <p:spPr>
          <a:xfrm>
            <a:off x="672024" y="7739657"/>
            <a:ext cx="6455896" cy="276999"/>
          </a:xfrm>
          <a:prstGeom prst="rect">
            <a:avLst/>
          </a:prstGeom>
          <a:noFill/>
        </p:spPr>
        <p:txBody>
          <a:bodyPr wrap="square" rtlCol="0">
            <a:spAutoFit/>
          </a:bodyPr>
          <a:lstStyle/>
          <a:p>
            <a:r>
              <a:rPr lang="en-US" sz="1200" b="1" dirty="0">
                <a:solidFill>
                  <a:schemeClr val="accent1">
                    <a:lumMod val="50000"/>
                  </a:schemeClr>
                </a:solidFill>
              </a:rPr>
              <a:t>Learning Objectives</a:t>
            </a:r>
          </a:p>
        </p:txBody>
      </p:sp>
      <p:sp>
        <p:nvSpPr>
          <p:cNvPr id="26" name="TextBox 25"/>
          <p:cNvSpPr txBox="1"/>
          <p:nvPr/>
        </p:nvSpPr>
        <p:spPr>
          <a:xfrm>
            <a:off x="661492" y="8053489"/>
            <a:ext cx="6400089" cy="1384995"/>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Identify explicit information in informational texts</a:t>
            </a:r>
          </a:p>
          <a:p>
            <a:r>
              <a:rPr lang="en-US" sz="1200" dirty="0" b="0">
                <a:latin typeface="Open Sans" pitchFamily="2" charset="0"/>
                <a:ea typeface="Open Sans" pitchFamily="2" charset="0"/>
                <a:cs typeface="Open Sans" pitchFamily="2" charset="0"/>
              </a:rPr>
              <a:t>• Draw logical inferences from textual clues</a:t>
            </a:r>
          </a:p>
          <a:p>
            <a:r>
              <a:rPr lang="en-US" sz="1200" dirty="0" b="0">
                <a:latin typeface="Open Sans" pitchFamily="2" charset="0"/>
                <a:ea typeface="Open Sans" pitchFamily="2" charset="0"/>
                <a:cs typeface="Open Sans" pitchFamily="2" charset="0"/>
              </a:rPr>
              <a:t>• Cite specific evidence to support claims</a:t>
            </a:r>
          </a:p>
          <a:p>
            <a:r>
              <a:rPr lang="en-US" sz="1200" dirty="0" b="0">
                <a:latin typeface="Open Sans" pitchFamily="2" charset="0"/>
                <a:ea typeface="Open Sans" pitchFamily="2" charset="0"/>
                <a:cs typeface="Open Sans" pitchFamily="2" charset="0"/>
              </a:rPr>
              <a:t>• Distinguish between strong and weak evidence</a:t>
            </a:r>
          </a:p>
          <a:p>
            <a:r>
              <a:rPr lang="en-US" sz="1200" dirty="0" b="0">
                <a:latin typeface="Open Sans" pitchFamily="2" charset="0"/>
                <a:ea typeface="Open Sans" pitchFamily="2" charset="0"/>
                <a:cs typeface="Open Sans" pitchFamily="2" charset="0"/>
              </a:rPr>
              <a:t>• Analyze author's purpose using text support</a:t>
            </a:r>
          </a:p>
          <a:p>
            <a:r>
              <a:rPr lang="en-US" sz="1200" dirty="0" b="0">
                <a:latin typeface="Open Sans" pitchFamily="2" charset="0"/>
                <a:ea typeface="Open Sans" pitchFamily="2" charset="0"/>
                <a:cs typeface="Open Sans" pitchFamily="2" charset="0"/>
              </a:rPr>
              <a:t>• Write evidence-based responses</a:t>
            </a:r>
          </a:p>
        </p:txBody>
      </p:sp>
    </p:spTree>
    <p:extLst>
      <p:ext uri="{BB962C8B-B14F-4D97-AF65-F5344CB8AC3E}">
        <p14:creationId xmlns:p14="http://schemas.microsoft.com/office/powerpoint/2010/main" val="31911227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77529" y="787183"/>
            <a:ext cx="6417342"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Suggested Pacing</a:t>
            </a:r>
          </a:p>
        </p:txBody>
      </p:sp>
      <p:sp>
        <p:nvSpPr>
          <p:cNvPr id="18" name="TextBox 17"/>
          <p:cNvSpPr txBox="1"/>
          <p:nvPr/>
        </p:nvSpPr>
        <p:spPr>
          <a:xfrm>
            <a:off x="677527" y="1123395"/>
            <a:ext cx="6417344" cy="1439052"/>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Day 1: Introduce explicit vs. implicit information concepts</a:t>
            </a:r>
          </a:p>
          <a:p>
            <a:r>
              <a:rPr lang="en-US" sz="1200" dirty="0" b="0">
                <a:latin typeface="Open Sans" pitchFamily="2" charset="0"/>
                <a:ea typeface="Open Sans" pitchFamily="2" charset="0"/>
                <a:cs typeface="Open Sans" pitchFamily="2" charset="0"/>
              </a:rPr>
              <a:t>Day 2: Practice identifying and citing textual evidence</a:t>
            </a:r>
          </a:p>
          <a:p>
            <a:r>
              <a:rPr lang="en-US" sz="1200" dirty="0" b="0">
                <a:latin typeface="Open Sans" pitchFamily="2" charset="0"/>
                <a:ea typeface="Open Sans" pitchFamily="2" charset="0"/>
                <a:cs typeface="Open Sans" pitchFamily="2" charset="0"/>
              </a:rPr>
              <a:t>Day 3: Making inferences with text support activities</a:t>
            </a:r>
          </a:p>
          <a:p>
            <a:r>
              <a:rPr lang="en-US" sz="1200" dirty="0" b="0">
                <a:latin typeface="Open Sans" pitchFamily="2" charset="0"/>
                <a:ea typeface="Open Sans" pitchFamily="2" charset="0"/>
                <a:cs typeface="Open Sans" pitchFamily="2" charset="0"/>
              </a:rPr>
              <a:t>Day 4: Evidence evaluation and analysis practice</a:t>
            </a:r>
          </a:p>
          <a:p>
            <a:r>
              <a:rPr lang="en-US" sz="1200" dirty="0" b="0">
                <a:latin typeface="Open Sans" pitchFamily="2" charset="0"/>
                <a:ea typeface="Open Sans" pitchFamily="2" charset="0"/>
                <a:cs typeface="Open Sans" pitchFamily="2" charset="0"/>
              </a:rPr>
              <a:t>Day 5: Performance task and assessment completion</a:t>
            </a:r>
          </a:p>
        </p:txBody>
      </p:sp>
      <p:sp>
        <p:nvSpPr>
          <p:cNvPr id="19" name="TextBox 18"/>
          <p:cNvSpPr txBox="1"/>
          <p:nvPr/>
        </p:nvSpPr>
        <p:spPr>
          <a:xfrm>
            <a:off x="677527" y="2759116"/>
            <a:ext cx="6417344"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Materials Needed</a:t>
            </a:r>
          </a:p>
        </p:txBody>
      </p:sp>
      <p:sp>
        <p:nvSpPr>
          <p:cNvPr id="20" name="TextBox 19"/>
          <p:cNvSpPr txBox="1"/>
          <p:nvPr/>
        </p:nvSpPr>
        <p:spPr>
          <a:xfrm>
            <a:off x="677527" y="3083334"/>
            <a:ext cx="6417344" cy="1754326"/>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Printed reading passages and worksheets</a:t>
            </a:r>
          </a:p>
          <a:p>
            <a:r>
              <a:rPr lang="en-US" sz="1200" dirty="0" b="0">
                <a:latin typeface="Open Sans" pitchFamily="2" charset="0"/>
                <a:ea typeface="Open Sans" pitchFamily="2" charset="0"/>
                <a:cs typeface="Open Sans" pitchFamily="2" charset="0"/>
              </a:rPr>
              <a:t>• Highlighters in multiple colors</a:t>
            </a:r>
          </a:p>
          <a:p>
            <a:r>
              <a:rPr lang="en-US" sz="1200" dirty="0" b="0">
                <a:latin typeface="Open Sans" pitchFamily="2" charset="0"/>
                <a:ea typeface="Open Sans" pitchFamily="2" charset="0"/>
                <a:cs typeface="Open Sans" pitchFamily="2" charset="0"/>
              </a:rPr>
              <a:t>• Sticky notes for text annotations</a:t>
            </a:r>
          </a:p>
          <a:p>
            <a:r>
              <a:rPr lang="en-US" sz="1200" dirty="0" b="0">
                <a:latin typeface="Open Sans" pitchFamily="2" charset="0"/>
                <a:ea typeface="Open Sans" pitchFamily="2" charset="0"/>
                <a:cs typeface="Open Sans" pitchFamily="2" charset="0"/>
              </a:rPr>
              <a:t>• Chart paper for anchor charts</a:t>
            </a:r>
          </a:p>
          <a:p>
            <a:r>
              <a:rPr lang="en-US" sz="1200" dirty="0" b="0">
                <a:latin typeface="Open Sans" pitchFamily="2" charset="0"/>
                <a:ea typeface="Open Sans" pitchFamily="2" charset="0"/>
                <a:cs typeface="Open Sans" pitchFamily="2" charset="0"/>
              </a:rPr>
              <a:t>• Digital access for online passages</a:t>
            </a:r>
          </a:p>
          <a:p>
            <a:r>
              <a:rPr lang="en-US" sz="1200" dirty="0" b="0">
                <a:latin typeface="Open Sans" pitchFamily="2" charset="0"/>
                <a:ea typeface="Open Sans" pitchFamily="2" charset="0"/>
                <a:cs typeface="Open Sans" pitchFamily="2" charset="0"/>
              </a:rPr>
              <a:t>• Student notebooks or binders</a:t>
            </a:r>
          </a:p>
        </p:txBody>
      </p:sp>
      <p:sp>
        <p:nvSpPr>
          <p:cNvPr id="21" name="TextBox 20"/>
          <p:cNvSpPr txBox="1"/>
          <p:nvPr/>
        </p:nvSpPr>
        <p:spPr>
          <a:xfrm>
            <a:off x="677527" y="5039999"/>
            <a:ext cx="6417344"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Differentiation Tips</a:t>
            </a:r>
          </a:p>
        </p:txBody>
      </p:sp>
      <p:sp>
        <p:nvSpPr>
          <p:cNvPr id="22" name="TextBox 21"/>
          <p:cNvSpPr txBox="1"/>
          <p:nvPr/>
        </p:nvSpPr>
        <p:spPr>
          <a:xfrm>
            <a:off x="677525" y="5359422"/>
            <a:ext cx="6417345" cy="1955778"/>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For Struggling Readers: Provide shorter passages, pre-highlight key sections, use graphic organizers for evidence tracking, offer sentence starters for responses.</a:t>
            </a:r>
          </a:p>
          <a:p>
            <a:r>
              <a:rPr lang="en-US" sz="1200" dirty="0" b="0">
                <a:latin typeface="Open Sans" pitchFamily="2" charset="0"/>
                <a:ea typeface="Open Sans" pitchFamily="2" charset="0"/>
                <a:cs typeface="Open Sans" pitchFamily="2" charset="0"/>
              </a:rPr>
              <a:t>For Advanced Learners: Include complex texts, require multiple pieces of evidence, add synthesis across sources, create original analysis questions.</a:t>
            </a:r>
          </a:p>
          <a:p>
            <a:r>
              <a:rPr lang="en-US" sz="1200" dirty="0" b="0">
                <a:latin typeface="Open Sans" pitchFamily="2" charset="0"/>
                <a:ea typeface="Open Sans" pitchFamily="2" charset="0"/>
                <a:cs typeface="Open Sans" pitchFamily="2" charset="0"/>
              </a:rPr>
              <a:t>For ELL Students: Include visual supports, provide vocabulary pre-teaching, allow native language discussion, use collaborative grouping strategies.</a:t>
            </a:r>
          </a:p>
        </p:txBody>
      </p:sp>
      <p:sp>
        <p:nvSpPr>
          <p:cNvPr id="23" name="TextBox 22"/>
          <p:cNvSpPr txBox="1"/>
          <p:nvPr/>
        </p:nvSpPr>
        <p:spPr>
          <a:xfrm>
            <a:off x="677526" y="7543854"/>
            <a:ext cx="6417344"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Assessment Overview</a:t>
            </a:r>
          </a:p>
        </p:txBody>
      </p:sp>
      <p:sp>
        <p:nvSpPr>
          <p:cNvPr id="24" name="TextBox 23"/>
          <p:cNvSpPr txBox="1"/>
          <p:nvPr/>
        </p:nvSpPr>
        <p:spPr>
          <a:xfrm>
            <a:off x="677524" y="7857348"/>
            <a:ext cx="6417345" cy="1569660"/>
          </a:xfrm>
          <a:prstGeom prst="rect">
            <a:avLst/>
          </a:prstGeom>
          <a:noFill/>
        </p:spPr>
        <p:txBody>
          <a:bodyPr wrap="square" rtlCol="0">
            <a:spAutoFit/>
          </a:bodyPr>
          <a:lstStyle/>
          <a:p>
            <a:r>
              <a:rPr lang="en-US" sz="1200" dirty="0" smtClean="0" b="0">
                <a:latin typeface="Open Sans" pitchFamily="2" charset="0"/>
                <a:ea typeface="Open Sans" pitchFamily="2" charset="0"/>
                <a:cs typeface="Open Sans" pitchFamily="2" charset="0"/>
              </a:rPr>
              <a:t>Formative: Daily exit tickets, evidence scavenger hunts, peer discussions with observation checklists.</a:t>
            </a:r>
          </a:p>
          <a:p>
            <a:r>
              <a:rPr lang="en-US" sz="1200" dirty="0" smtClean="0" b="0">
                <a:latin typeface="Open Sans" pitchFamily="2" charset="0"/>
                <a:ea typeface="Open Sans" pitchFamily="2" charset="0"/>
                <a:cs typeface="Open Sans" pitchFamily="2" charset="0"/>
              </a:rPr>
              <a:t>Summative: Performance task requiring multi-paragraph analysis with cited evidence, comprehensive quiz on standard components.</a:t>
            </a:r>
          </a:p>
          <a:p>
            <a:r>
              <a:rPr lang="en-US" sz="1200" dirty="0" smtClean="0" b="0">
                <a:latin typeface="Open Sans" pitchFamily="2" charset="0"/>
                <a:ea typeface="Open Sans" pitchFamily="2" charset="0"/>
                <a:cs typeface="Open Sans" pitchFamily="2" charset="0"/>
              </a:rPr>
              <a:t>Standards-Based: Rubrics aligned to RI.6.1 proficiency levels measuring citation accuracy and inference quality.</a:t>
            </a:r>
          </a:p>
        </p:txBody>
      </p:sp>
    </p:spTree>
    <p:extLst>
      <p:ext uri="{BB962C8B-B14F-4D97-AF65-F5344CB8AC3E}">
        <p14:creationId xmlns:p14="http://schemas.microsoft.com/office/powerpoint/2010/main" val="1878845226"/>
      </p:ext>
    </p:extLst>
  </p:cSld>
  <p:clrMapOvr>
    <a:masterClrMapping/>
  </p:clrMapOvr>
  <p:timing>
    <p:tnLst>
      <p:par>
        <p:cTn id="1" dur="indefinite" restart="never" nodeType="tmRoot"/>
      </p:par>
    </p:tnLst>
  </p:timing>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1549</TotalTime>
  <Words>57</Words>
  <Application>Microsoft Office PowerPoint</Application>
  <PresentationFormat>Custom</PresentationFormat>
  <Paragraphs>59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Montserrat</vt:lpstr>
      <vt:lpstr>Open Sans</vt:lpstr>
      <vt:lpstr>Arial</vt:lpstr>
      <vt:lpstr>Calibri</vt:lpstr>
      <vt:lpstr>Reading passage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73</cp:revision>
  <dcterms:created xsi:type="dcterms:W3CDTF">2026-01-31T07:59:54Z</dcterms:created>
  <dcterms:modified xsi:type="dcterms:W3CDTF">2026-03-20T13:18:37Z</dcterms:modified>
</cp:coreProperties>
</file>
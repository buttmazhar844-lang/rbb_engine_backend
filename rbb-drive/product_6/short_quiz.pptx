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73" r:id="rId2"/>
    <p:sldId id="274" r:id="rId3"/>
    <p:sldId id="275" r:id="rId4"/>
  </p:sldIdLst>
  <p:sldSz cx="7772400" cy="100584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  <p:embeddedFont>
      <p:font typeface="Open Sans" pitchFamily="2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9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_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{{SHORT_QUIZ_HEADER}}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5387"/>
            <a:ext cx="6400800" cy="269569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{{SHORT_QUIZ_GRADE_INFO}}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1589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{{SHORT_QUIZ_OBJECTIVES}}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45755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{{SHORT_QUIZ_DIRECTIONS}}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119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3669085"/>
            <a:ext cx="6417342" cy="1335049"/>
          </a:xfrm>
        </p:spPr>
        <p:txBody>
          <a:bodyPr/>
          <a:lstStyle>
            <a:lvl1pPr algn="l">
              <a:defRPr b="0" i="0" baseline="0"/>
            </a:lvl1pPr>
          </a:lstStyle>
          <a:p>
            <a:pPr lvl="0"/>
            <a:r>
              <a:rPr lang="en-US" dirty="0" smtClean="0"/>
              <a:t>{{SHORT_QUIZ_QUESTION_CONTENT_1}}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6894" y="5112562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{{SHORT_QUIZ_QUESTION_CONTENT_2}}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6556039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{{SHORT_QUIZ_QUESTION_CONTENT_3}}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7999516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{{SHORT_QUIZ_QUESTION_CONTENT_4}}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682815" y="1588144"/>
            <a:ext cx="6400800" cy="269569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32305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hort_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811585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{{SHORT_QUIZ_QUESTION_CONTENT_5}}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6894" y="2255062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{{SHORT_QUIZ_QUESTION_CONTENT_6}}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3698539"/>
            <a:ext cx="6417342" cy="133504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{{SHORT_QUIZ_QUESTION_CONTENT_7}}</a:t>
            </a:r>
          </a:p>
        </p:txBody>
      </p:sp>
    </p:spTree>
    <p:extLst>
      <p:ext uri="{BB962C8B-B14F-4D97-AF65-F5344CB8AC3E}">
        <p14:creationId xmlns:p14="http://schemas.microsoft.com/office/powerpoint/2010/main" val="1878775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ocabulary_Quiz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2017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{{SHORT_QUIZ_HEADER}}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63746" y="2200555"/>
            <a:ext cx="6417342" cy="278604"/>
          </a:xfrm>
        </p:spPr>
        <p:txBody>
          <a:bodyPr>
            <a:noAutofit/>
          </a:bodyPr>
          <a:lstStyle>
            <a:lvl1pPr algn="ctr">
              <a:defRPr sz="16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{{SHORT_QUIZ_ANSWER_KEY_TITLE}}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72017" y="1285338"/>
            <a:ext cx="6400800" cy="324244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{{SHORT_QUIZ_GRADE_INFO}}</a:t>
            </a:r>
          </a:p>
          <a:p>
            <a:pPr lvl="0"/>
            <a:endParaRPr lang="en-US" dirty="0" smtClean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2090053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63746" y="2781505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{{SHORT_QUIZ_ANSWER_CONTENT_1}}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63746" y="3556040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{{SHORT_QUIZ_ANSWER_CONTENT_2}}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663746" y="4330575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{{SHORT_QUIZ_ANSWER_CONTENT_3}}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63746" y="5105110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{{SHORT_QUIZ_ANSWER_CONTENT_4}}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63746" y="5879645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{{SHORT_QUIZ_ANSWER_CONTENT_5}}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63746" y="6654180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{{SHORT_QUIZ_ANSWER_CONTENT_6}}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63746" y="7428719"/>
            <a:ext cx="6417342" cy="604539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{{SHORT_QUIZ_ANSWER_CONTENT_7}}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675621" y="1676707"/>
            <a:ext cx="6400800" cy="324244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{{SHORT_QUIZ_STANDARD_INFO}}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64771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4695" y="159557"/>
            <a:ext cx="443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32682" y="159557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6894" y="831658"/>
            <a:ext cx="64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Short Quiz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544" y="1208617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RL.7.2 THEME AND CENTRAL IDEA BUNDLE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623" y="1495103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Analyze Themes | Identify Central Ideas | Support with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623" y="2026966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Determine the theme or central idea of a literary text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Analyze the development of theme throughout the text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Cite textual evidence to support analysis of theme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800" y="2776500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Choose the best answer for questions 1-5. Write your response for questions 6-7.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622" y="3657461"/>
            <a:ext cx="64322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What is the difference between theme and topic?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Theme is what the story is about; topic is the lesson learned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Theme is the lesson or message; topic is what the story is about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Theme and topic mean the same thing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Theme is only found in fiction; topic is only found in nonfiction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576" y="5102858"/>
            <a:ext cx="64173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Which of the following is NOT a common theme in literature?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Friendship conquers all challenges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Hard work leads to success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The story takes place in a school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Growing up requires making difficult choices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86" y="6531065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How does an author typically develop theme throughout a story?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By stating the theme directly in the first paragraph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Through character actions, dialogue, and plot events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By repeating the same sentence multiple times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Only through the story's 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576" y="7990866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When analyzing theme, which question should you ask yourself?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What genre is this story?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Who is the main character?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What lesson does the main character learn?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How long is the story?</a:t>
            </a:r>
          </a:p>
        </p:txBody>
      </p:sp>
    </p:spTree>
    <p:extLst>
      <p:ext uri="{BB962C8B-B14F-4D97-AF65-F5344CB8AC3E}">
        <p14:creationId xmlns:p14="http://schemas.microsoft.com/office/powerpoint/2010/main" val="335198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71541" y="811585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Which of these statements best represents a theme rather than a topic?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The story is about bullying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Standing up for others takes courage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Two students have a conflict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The setting is a middle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67" y="2241212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Explain how a character's dialogue can reveal the theme of a story. Provide an example.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569" y="3734635"/>
            <a:ext cx="6444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Describe how you would use textual evidence to support your analysis of a story's theme.</a:t>
            </a:r>
          </a:p>
        </p:txBody>
      </p:sp>
    </p:spTree>
    <p:extLst>
      <p:ext uri="{BB962C8B-B14F-4D97-AF65-F5344CB8AC3E}">
        <p14:creationId xmlns:p14="http://schemas.microsoft.com/office/powerpoint/2010/main" val="237458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72017" y="821898"/>
            <a:ext cx="64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Short Quiz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17" y="1285135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RL.7.2 THEME AND CENTRAL IDEA BUNDLE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746" y="1677954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Analyze Themes | Identify Central Ideas | Support with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766" y="2191823"/>
            <a:ext cx="6417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2" charset="0"/>
              </a:rPr>
              <a:t>Answer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17" y="2672892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 - Theme is the lesson or message; topic is what the story is about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17" y="3588250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 - The story takes place in a school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17" y="4503608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 - Through character actions, dialogue, and plot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746" y="5418966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 - What lesson does the main character learn?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17" y="6334324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 - Standing up for others takes courage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17" y="7249682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 character's dialogue can reveal theme through the words they speak and the lessons they express. For example, if a character says 'I learned that being honest is more important than being popular,' this dialogue directly reveals a theme about the importance of honesty and integrity.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746" y="8165040"/>
            <a:ext cx="6417342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To support theme analysis with textual evidence, I would identify specific quotes, character actions, or plot events that demonstrate the theme. I would explain how each piece of evidence connects to the theme and shows its development throughout the story.</a:t>
            </a:r>
          </a:p>
        </p:txBody>
      </p:sp>
    </p:spTree>
    <p:extLst>
      <p:ext uri="{BB962C8B-B14F-4D97-AF65-F5344CB8AC3E}">
        <p14:creationId xmlns:p14="http://schemas.microsoft.com/office/powerpoint/2010/main" val="3044723001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1120</TotalTime>
  <Words>85</Words>
  <Application>Microsoft Office PowerPoint</Application>
  <PresentationFormat>Custom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Montserrat</vt:lpstr>
      <vt:lpstr>Arial</vt:lpstr>
      <vt:lpstr>Open Sans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68</cp:revision>
  <dcterms:created xsi:type="dcterms:W3CDTF">2026-01-31T07:59:54Z</dcterms:created>
  <dcterms:modified xsi:type="dcterms:W3CDTF">2026-03-21T12:34:00Z</dcterms:modified>
</cp:coreProperties>
</file>
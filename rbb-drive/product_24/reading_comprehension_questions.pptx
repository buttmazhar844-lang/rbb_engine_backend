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5" r:id="rId2"/>
    <p:sldId id="266" r:id="rId3"/>
    <p:sldId id="267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1061" y="808650"/>
            <a:ext cx="6400800" cy="390912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{{READING_COMPREHENSION_QUESTIONS_HEADER}}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82790" y="3559474"/>
            <a:ext cx="6417342" cy="278604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{{READING_COMPREHENSION_QUESTIONS_TYPE_OF_QUESTION_TITLE_1}}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91061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91061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{{READIING_COMPREHENSION_QUESTIONS_OBJECTIVES}}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91061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{{READING_COMPREHENSION_QUESTIONS_DIRECTIONS}}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82790" y="4043072"/>
            <a:ext cx="6417342" cy="1042922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82790" y="5160571"/>
            <a:ext cx="6417342" cy="101591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{{READING_COMPREHENSION_QUESTION_CONTENT_2}}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82790" y="6251067"/>
            <a:ext cx="6417342" cy="1031046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{{READING_COMPREHENSION_QUESTION_CONTENT_3}}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82790" y="7356690"/>
            <a:ext cx="6417342" cy="963346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{{READING_COMPREHENSION_QUESTION_CONTENT_4}}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2790" y="8394612"/>
            <a:ext cx="6417342" cy="98397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{{READING_COMPREHENSION_QUESTION_CONTENT_5}}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691061" y="1616744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8296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3143" y="807520"/>
            <a:ext cx="6460176" cy="285009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{{READING_COMPREHENSION_QUESTIONS_TYPE_OF_QUESTION_TITLE_2}}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53143" y="1196789"/>
            <a:ext cx="6460176" cy="147990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{{READING_COMPREHENSION_QUESTION_CONTENT_6}}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53143" y="2780958"/>
            <a:ext cx="6460176" cy="157490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{{READING_COMPREHENSION_QUESTION_CONTENT_7}}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653143" y="4460127"/>
            <a:ext cx="6460176" cy="1568497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{{READING_COMPREHENSION_QUESTION_CONTENT_8}}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53143" y="6132884"/>
            <a:ext cx="6460176" cy="1551161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{{READING_COMPREHENSION_QUESTION_CONTENT_9}}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53143" y="7788305"/>
            <a:ext cx="6460176" cy="1569451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{{READING_COMPREHENSION_QUESTION_CONTENT_10}}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14420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C_Questions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606" y="808650"/>
            <a:ext cx="6400800" cy="390912"/>
          </a:xfrm>
        </p:spPr>
        <p:txBody>
          <a:bodyPr>
            <a:normAutofit/>
          </a:bodyPr>
          <a:lstStyle>
            <a:lvl1pPr>
              <a:defRPr sz="17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{{READING_COMPREHENSION_QUESTIONS_HEADER}}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335" y="2442014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{{READING_COMPREHENSION_QUESTIONS_TYPE_OF_QUESTION_TITLE_1}}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47552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2783983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7335" y="4493557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{{READING_COMPREHENSION_QUESTION_ANSWER_CONTENT_6}}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7335" y="4151588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{{READING_COMPREHENSION_QUESTIONS_TYPE_OF_QUESTION_TITLE_2}}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335" y="305750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335" y="3331025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335" y="3604546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{{READING_COMPREHENSION_QUESTION_ANSWER_CONTENT_4}}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335" y="3878067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{{READING_COMPREHENSION_QUESTION_ANSWER_CONTENT_5}}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335" y="5489654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{{READING_COMPREHENSION_QUESTION_ANSWER_CONTENT_7}}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7335" y="6485751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{{READING_COMPREHENSION_QUESTION_ANSWER_CONTENT_8}}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7335" y="7481848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{{READING_COMPREHENSION_QUESTION_ANSWER_CONTENT_9}}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7335" y="8477949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{{READING_COMPREHENSION_QUESTION_ANSWER_CONTENT_10}}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7335" y="2027009"/>
            <a:ext cx="6417342" cy="278604"/>
          </a:xfrm>
        </p:spPr>
        <p:txBody>
          <a:bodyPr>
            <a:noAutofit/>
          </a:bodyPr>
          <a:lstStyle>
            <a:lvl1pPr algn="ctr">
              <a:defRPr sz="14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{{READING_COMPREHENSION_QUESTIONS_ANSWER_KEY_TITLE}}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91061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{{READING_COMPREHENSION_QUESTIONS_GRADE_INFO}}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691061" y="1616744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3057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7" r:id="rId2"/>
    <p:sldLayoutId id="2147483758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82790" y="859398"/>
            <a:ext cx="64062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Reading Comprehension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061" y="1252148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EVIDENCE &amp; INFERENCE 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519" y="1588434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Cite Evidence | Make Inferences | Support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4520" y="2020278"/>
            <a:ext cx="642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Objectives: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• Cite textual evidence to support analysis of what the text says explicitly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Draw inferences from text using evidence to support conclusions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061" y="2721691"/>
            <a:ext cx="6409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Directions: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Read each question carefully. Choose the best answer for questions 1-5. Write your response for questions 6-10.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519" y="3648548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MULTIPLE 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648" y="4042809"/>
            <a:ext cx="6435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1. Which sentence best supports the claim that recycling helps the environment?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Recycling is easy to do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Recycling reduces landfill waste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Many people recycle daily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Recycling bins are blue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061" y="5170052"/>
            <a:ext cx="6409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2. What can you infer about the character based on this evidence: 'Sarah packed extra snacks'?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She is always hungry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She likes to share food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She plans ahead carefully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She dislikes cafeteria food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647" y="6236227"/>
            <a:ext cx="6435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3. Which detail explicitly states the main problem in the article?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The town needs more parks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Traffic increased by 30%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People seem unhappy lately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The mayor made a speech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061" y="7330756"/>
            <a:ext cx="6409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4. What evidence supports the inference that the experiment was successful?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The scientist was excited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Results matched predictions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Many people watched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The lab was well-equipped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646" y="8402123"/>
            <a:ext cx="6424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5. Which quote directly supports the author's main argument?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Many experts agree on this topic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Research shows clear benefits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This issue affects everyone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People have different opinions</a:t>
            </a:r>
          </a:p>
        </p:txBody>
      </p:sp>
      <p:sp>
        <p:nvSpPr>
          <p:cNvPr id="37" name="Text Placeholder 26"/>
          <p:cNvSpPr txBox="1">
            <a:spLocks/>
          </p:cNvSpPr>
          <p:nvPr/>
        </p:nvSpPr>
        <p:spPr>
          <a:xfrm>
            <a:off x="338802" y="187760"/>
            <a:ext cx="4535650" cy="344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Text Placeholder 26"/>
          <p:cNvSpPr txBox="1">
            <a:spLocks/>
          </p:cNvSpPr>
          <p:nvPr/>
        </p:nvSpPr>
        <p:spPr>
          <a:xfrm>
            <a:off x="4898514" y="185625"/>
            <a:ext cx="2693414" cy="2522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2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3143" y="806751"/>
            <a:ext cx="6460176" cy="28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SHORT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143" y="1196789"/>
            <a:ext cx="64601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6. Find two pieces of evidence that support the claim that exercise improves academic performance.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143" y="2780958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7. What can you infer about the setting based on the textual clues provided? Use evidence to support your answer.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143" y="4454878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8. Cite evidence that shows the character's motivation changed throughout the story.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143" y="6114385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EXTENDED RESPONSE: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9. Analyze how the author uses evidence to support their argument about climate change. Cite specific examples from the text.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143" y="7788096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10. Make an inference about the story's theme using textual evidence. Explain how specific details support your interpretation.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49861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606" y="823706"/>
            <a:ext cx="64062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Reading Comprehension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335" y="1217411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EVIDENCE &amp; INFERENCE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606" y="1561677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Cite Evidence | Make Inferences | Support Claims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956" y="2067829"/>
            <a:ext cx="6460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Montserrat" pitchFamily="2" charset="0"/>
              </a:rPr>
              <a:t>Answer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052" y="2445641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MULTIPLE CHOICE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084" y="2735856"/>
            <a:ext cx="6424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1. B - Recycling reduces landfill waste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52" y="4490771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6. Students who exercise score 15% higher on tests. Physical activity increases brain function and memory retention according to the research.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158" y="3257184"/>
            <a:ext cx="6396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3. B - Traffic increased by 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711" y="3529924"/>
            <a:ext cx="6408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4. B - Results matched 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712" y="3791510"/>
            <a:ext cx="6408984" cy="281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5. B - Research shows clear benefits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084" y="4136797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SHORT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606" y="2997442"/>
            <a:ext cx="6424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2. C - She plans ahead carefully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606" y="5385338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7. The setting is a small rural town. Evidence includes 'dirt roads,' 'one traffic light,' and 'everyone knows each other.'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711" y="6378567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8. Initially, Tom 'wanted fame and fortune.' Later, he 'realized helping others mattered more than money' after volunteering.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81" y="7382476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EXTENDED RESPONSE: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9. The author uses statistical evidence like '40% increase in storms' and expert testimony from 'Dr. Smith's research team.' These facts support the claim that climate change causes severe weather patterns.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956" y="8430607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10. The theme is perseverance overcomes obstacles. Maya 'failed three times but kept trying' and 'finally succeeded through hard work.' Her determination despite setbacks demonstrates this central message.</a:t>
            </a:r>
          </a:p>
        </p:txBody>
      </p:sp>
    </p:spTree>
    <p:extLst>
      <p:ext uri="{BB962C8B-B14F-4D97-AF65-F5344CB8AC3E}">
        <p14:creationId xmlns:p14="http://schemas.microsoft.com/office/powerpoint/2010/main" val="1811115230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1192</TotalTime>
  <Words>115</Words>
  <Application>Microsoft Office PowerPoint</Application>
  <PresentationFormat>Custom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Montserrat</vt:lpstr>
      <vt:lpstr>Open Sans</vt:lpstr>
      <vt:lpstr>Arial</vt:lpstr>
      <vt:lpstr>Calibri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80</cp:revision>
  <dcterms:created xsi:type="dcterms:W3CDTF">2026-01-31T07:59:54Z</dcterms:created>
  <dcterms:modified xsi:type="dcterms:W3CDTF">2026-03-20T15:17:45Z</dcterms:modified>
</cp:coreProperties>
</file>
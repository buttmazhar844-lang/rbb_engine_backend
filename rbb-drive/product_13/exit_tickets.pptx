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748" r:id="rId1"/>
  </p:sldMasterIdLst>
  <p:sldIdLst>
    <p:sldId id="270" r:id="rId2"/>
    <p:sldId id="271" r:id="rId3"/>
    <p:sldId id="272" r:id="rId4"/>
  </p:sldIdLst>
  <p:sldSz cx="7772400" cy="10058400"/>
  <p:notesSz cx="6858000" cy="9144000"/>
  <p:embeddedFontLst>
    <p:embeddedFont>
      <p:font typeface="Montserrat" pitchFamily="2" charset="0"/>
      <p:regular r:id="rId5"/>
      <p:bold r:id="rId6"/>
      <p:italic r:id="rId7"/>
      <p:boldItalic r:id="rId8"/>
    </p:embeddedFont>
    <p:embeddedFont>
      <p:font typeface="Open Sans" pitchFamily="2" charset="0"/>
      <p:regular r:id="rId9"/>
      <p:bold r:id="rId10"/>
      <p:italic r:id="rId11"/>
      <p:boldItalic r:id="rId12"/>
    </p:embeddedFont>
    <p:embeddedFont>
      <p:font typeface="Calibri" panose="020F0502020204030204" pitchFamily="34" charset="0"/>
      <p:regular r:id="rId13"/>
      <p:bold r:id="rId14"/>
      <p:italic r:id="rId15"/>
      <p:boldItalic r:id="rId16"/>
    </p:embeddedFont>
  </p:embeddedFontLst>
  <p:defaultTextStyle>
    <a:defPPr>
      <a:defRPr lang="en-US"/>
    </a:defPPr>
    <a:lvl1pPr marL="0" algn="l" defTabSz="755051" rtl="0" eaLnBrk="1" latinLnBrk="0" hangingPunct="1">
      <a:defRPr sz="1486" kern="1200">
        <a:solidFill>
          <a:schemeClr val="tx1"/>
        </a:solidFill>
        <a:latin typeface="+mn-lt"/>
        <a:ea typeface="+mn-ea"/>
        <a:cs typeface="+mn-cs"/>
      </a:defRPr>
    </a:lvl1pPr>
    <a:lvl2pPr marL="377526" algn="l" defTabSz="755051" rtl="0" eaLnBrk="1" latinLnBrk="0" hangingPunct="1">
      <a:defRPr sz="1486" kern="1200">
        <a:solidFill>
          <a:schemeClr val="tx1"/>
        </a:solidFill>
        <a:latin typeface="+mn-lt"/>
        <a:ea typeface="+mn-ea"/>
        <a:cs typeface="+mn-cs"/>
      </a:defRPr>
    </a:lvl2pPr>
    <a:lvl3pPr marL="755051" algn="l" defTabSz="755051" rtl="0" eaLnBrk="1" latinLnBrk="0" hangingPunct="1">
      <a:defRPr sz="1486" kern="1200">
        <a:solidFill>
          <a:schemeClr val="tx1"/>
        </a:solidFill>
        <a:latin typeface="+mn-lt"/>
        <a:ea typeface="+mn-ea"/>
        <a:cs typeface="+mn-cs"/>
      </a:defRPr>
    </a:lvl3pPr>
    <a:lvl4pPr marL="1132577" algn="l" defTabSz="755051" rtl="0" eaLnBrk="1" latinLnBrk="0" hangingPunct="1">
      <a:defRPr sz="1486" kern="1200">
        <a:solidFill>
          <a:schemeClr val="tx1"/>
        </a:solidFill>
        <a:latin typeface="+mn-lt"/>
        <a:ea typeface="+mn-ea"/>
        <a:cs typeface="+mn-cs"/>
      </a:defRPr>
    </a:lvl4pPr>
    <a:lvl5pPr marL="1510102" algn="l" defTabSz="755051" rtl="0" eaLnBrk="1" latinLnBrk="0" hangingPunct="1">
      <a:defRPr sz="1486" kern="1200">
        <a:solidFill>
          <a:schemeClr val="tx1"/>
        </a:solidFill>
        <a:latin typeface="+mn-lt"/>
        <a:ea typeface="+mn-ea"/>
        <a:cs typeface="+mn-cs"/>
      </a:defRPr>
    </a:lvl5pPr>
    <a:lvl6pPr marL="1887628" algn="l" defTabSz="755051" rtl="0" eaLnBrk="1" latinLnBrk="0" hangingPunct="1">
      <a:defRPr sz="1486" kern="1200">
        <a:solidFill>
          <a:schemeClr val="tx1"/>
        </a:solidFill>
        <a:latin typeface="+mn-lt"/>
        <a:ea typeface="+mn-ea"/>
        <a:cs typeface="+mn-cs"/>
      </a:defRPr>
    </a:lvl6pPr>
    <a:lvl7pPr marL="2265153" algn="l" defTabSz="755051" rtl="0" eaLnBrk="1" latinLnBrk="0" hangingPunct="1">
      <a:defRPr sz="1486" kern="1200">
        <a:solidFill>
          <a:schemeClr val="tx1"/>
        </a:solidFill>
        <a:latin typeface="+mn-lt"/>
        <a:ea typeface="+mn-ea"/>
        <a:cs typeface="+mn-cs"/>
      </a:defRPr>
    </a:lvl7pPr>
    <a:lvl8pPr marL="2642677" algn="l" defTabSz="755051" rtl="0" eaLnBrk="1" latinLnBrk="0" hangingPunct="1">
      <a:defRPr sz="1486" kern="1200">
        <a:solidFill>
          <a:schemeClr val="tx1"/>
        </a:solidFill>
        <a:latin typeface="+mn-lt"/>
        <a:ea typeface="+mn-ea"/>
        <a:cs typeface="+mn-cs"/>
      </a:defRPr>
    </a:lvl8pPr>
    <a:lvl9pPr marL="3020203" algn="l" defTabSz="755051" rtl="0" eaLnBrk="1" latinLnBrk="0" hangingPunct="1">
      <a:defRPr sz="1486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503" autoAdjust="0"/>
    <p:restoredTop sz="94660"/>
  </p:normalViewPr>
  <p:slideViewPr>
    <p:cSldViewPr snapToGrid="0">
      <p:cViewPr varScale="1">
        <p:scale>
          <a:sx n="80" d="100"/>
          <a:sy n="80" d="100"/>
        </p:scale>
        <p:origin x="101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font" Target="fonts/font1.fntdata"/><Relationship Id="rId6" Type="http://schemas.openxmlformats.org/officeDocument/2006/relationships/font" Target="fonts/font2.fntdata"/><Relationship Id="rId7" Type="http://schemas.openxmlformats.org/officeDocument/2006/relationships/font" Target="fonts/font3.fntdata"/><Relationship Id="rId8" Type="http://schemas.openxmlformats.org/officeDocument/2006/relationships/font" Target="fonts/font4.fntdata"/><Relationship Id="rId9" Type="http://schemas.openxmlformats.org/officeDocument/2006/relationships/font" Target="fonts/font5.fntdata"/><Relationship Id="rId10" Type="http://schemas.openxmlformats.org/officeDocument/2006/relationships/font" Target="fonts/font6.fntdata"/><Relationship Id="rId11" Type="http://schemas.openxmlformats.org/officeDocument/2006/relationships/font" Target="fonts/font7.fntdata"/><Relationship Id="rId12" Type="http://schemas.openxmlformats.org/officeDocument/2006/relationships/font" Target="fonts/font8.fntdata"/><Relationship Id="rId13" Type="http://schemas.openxmlformats.org/officeDocument/2006/relationships/font" Target="fonts/font9.fntdata"/><Relationship Id="rId14" Type="http://schemas.openxmlformats.org/officeDocument/2006/relationships/font" Target="fonts/font10.fntdata"/><Relationship Id="rId15" Type="http://schemas.openxmlformats.org/officeDocument/2006/relationships/font" Target="fonts/font11.fntdata"/><Relationship Id="rId16" Type="http://schemas.openxmlformats.org/officeDocument/2006/relationships/font" Target="fonts/font12.fntdata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xit_Tick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165" y="808650"/>
            <a:ext cx="6400800" cy="390912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{{EXIT_TICKETS_HEADER}}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685165" y="1283901"/>
            <a:ext cx="6400800" cy="271055"/>
          </a:xfrm>
        </p:spPr>
        <p:txBody>
          <a:bodyPr/>
          <a:lstStyle>
            <a:lvl1pPr algn="ctr">
              <a:defRPr sz="1400">
                <a:solidFill>
                  <a:schemeClr val="tx2"/>
                </a:solidFill>
                <a:latin typeface="Montserrat" pitchFamily="2" charset="0"/>
              </a:defRPr>
            </a:lvl1pPr>
          </a:lstStyle>
          <a:p>
            <a:pPr lvl="0"/>
            <a:r>
              <a:rPr lang="en-US" dirty="0" smtClean="0"/>
              <a:t>{{EXIT_TICKETS_GRADE_INFO}}</a:t>
            </a:r>
          </a:p>
          <a:p>
            <a:pPr lvl="0"/>
            <a:endParaRPr lang="en-US" dirty="0" smtClean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685165" y="2028918"/>
            <a:ext cx="6400800" cy="626309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 dirty="0" smtClean="0"/>
              <a:t>Objectives: {{EXIT_TICKETS_OBJECTIVES}}</a:t>
            </a:r>
            <a:endParaRPr lang="en-US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685165" y="2721691"/>
            <a:ext cx="6400800" cy="68011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 smtClean="0"/>
              <a:t>Directions: {{EXIT_TICKETS_DIRECTIONS}}</a:t>
            </a:r>
            <a:endParaRPr lang="en-US" dirty="0"/>
          </a:p>
        </p:txBody>
      </p:sp>
      <p:cxnSp>
        <p:nvCxnSpPr>
          <p:cNvPr id="21" name="Straight Connector 20"/>
          <p:cNvCxnSpPr/>
          <p:nvPr userDrawn="1"/>
        </p:nvCxnSpPr>
        <p:spPr>
          <a:xfrm flipV="1">
            <a:off x="700609" y="1959427"/>
            <a:ext cx="6365212" cy="8902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 Placeholder 7"/>
          <p:cNvSpPr>
            <a:spLocks noGrp="1"/>
          </p:cNvSpPr>
          <p:nvPr>
            <p:ph type="body" sz="quarter" idx="15" hasCustomPrompt="1"/>
          </p:nvPr>
        </p:nvSpPr>
        <p:spPr>
          <a:xfrm>
            <a:off x="676894" y="4537793"/>
            <a:ext cx="6417342" cy="891395"/>
          </a:xfrm>
        </p:spPr>
        <p:txBody>
          <a:bodyPr/>
          <a:lstStyle>
            <a:lvl1pPr algn="l">
              <a:defRPr b="0" i="0"/>
            </a:lvl1pPr>
          </a:lstStyle>
          <a:p>
            <a:pPr lvl="0"/>
            <a:r>
              <a:rPr lang="en-US" dirty="0" smtClean="0"/>
              <a:t>{{EXIT_TICKET_LINES_FOR_ANSWER_1}}</a:t>
            </a:r>
          </a:p>
        </p:txBody>
      </p:sp>
      <p:sp>
        <p:nvSpPr>
          <p:cNvPr id="27" name="Text Placeholder 26"/>
          <p:cNvSpPr>
            <a:spLocks noGrp="1"/>
          </p:cNvSpPr>
          <p:nvPr>
            <p:ph type="body" sz="quarter" idx="16" hasCustomPrompt="1"/>
          </p:nvPr>
        </p:nvSpPr>
        <p:spPr>
          <a:xfrm>
            <a:off x="190730" y="108768"/>
            <a:ext cx="4535650" cy="3444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 smtClean="0"/>
              <a:t>Name: {{STUDENT_NAME}} __________________________________</a:t>
            </a:r>
            <a:endParaRPr lang="en-US" dirty="0"/>
          </a:p>
        </p:txBody>
      </p:sp>
      <p:sp>
        <p:nvSpPr>
          <p:cNvPr id="28" name="Text Placeholder 26"/>
          <p:cNvSpPr>
            <a:spLocks noGrp="1"/>
          </p:cNvSpPr>
          <p:nvPr>
            <p:ph type="body" sz="quarter" idx="17" hasCustomPrompt="1"/>
          </p:nvPr>
        </p:nvSpPr>
        <p:spPr>
          <a:xfrm>
            <a:off x="4958671" y="108768"/>
            <a:ext cx="2582162" cy="3444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 smtClean="0"/>
              <a:t>Date: {{DATE}} ____________________</a:t>
            </a:r>
            <a:endParaRPr lang="en-US" dirty="0"/>
          </a:p>
        </p:txBody>
      </p:sp>
      <p:sp>
        <p:nvSpPr>
          <p:cNvPr id="25" name="Text Placeholder 7"/>
          <p:cNvSpPr>
            <a:spLocks noGrp="1"/>
          </p:cNvSpPr>
          <p:nvPr>
            <p:ph type="body" sz="quarter" idx="20" hasCustomPrompt="1"/>
          </p:nvPr>
        </p:nvSpPr>
        <p:spPr>
          <a:xfrm>
            <a:off x="676894" y="3566158"/>
            <a:ext cx="6417342" cy="245717"/>
          </a:xfrm>
        </p:spPr>
        <p:txBody>
          <a:bodyPr/>
          <a:lstStyle>
            <a:lvl1pPr algn="l">
              <a:defRPr b="1"/>
            </a:lvl1pPr>
          </a:lstStyle>
          <a:p>
            <a:pPr lvl="0"/>
            <a:r>
              <a:rPr lang="en-US" dirty="0" smtClean="0"/>
              <a:t>{{EXIT_TICKET_TITLE_1}}</a:t>
            </a:r>
          </a:p>
        </p:txBody>
      </p:sp>
      <p:sp>
        <p:nvSpPr>
          <p:cNvPr id="16" name="Text Placeholder 7"/>
          <p:cNvSpPr>
            <a:spLocks noGrp="1"/>
          </p:cNvSpPr>
          <p:nvPr>
            <p:ph type="body" sz="quarter" idx="25" hasCustomPrompt="1"/>
          </p:nvPr>
        </p:nvSpPr>
        <p:spPr>
          <a:xfrm>
            <a:off x="676894" y="3927906"/>
            <a:ext cx="6417342" cy="493856"/>
          </a:xfrm>
        </p:spPr>
        <p:txBody>
          <a:bodyPr/>
          <a:lstStyle>
            <a:lvl1pPr algn="l">
              <a:defRPr b="0"/>
            </a:lvl1pPr>
          </a:lstStyle>
          <a:p>
            <a:pPr lvl="0"/>
            <a:r>
              <a:rPr lang="en-US" dirty="0" smtClean="0"/>
              <a:t>{{EXIT_TICKET_QUESTION_CONTENT_1}}</a:t>
            </a:r>
          </a:p>
        </p:txBody>
      </p:sp>
      <p:sp>
        <p:nvSpPr>
          <p:cNvPr id="17" name="Text Placeholder 7"/>
          <p:cNvSpPr>
            <a:spLocks noGrp="1"/>
          </p:cNvSpPr>
          <p:nvPr>
            <p:ph type="body" sz="quarter" idx="26" hasCustomPrompt="1"/>
          </p:nvPr>
        </p:nvSpPr>
        <p:spPr>
          <a:xfrm>
            <a:off x="676894" y="6516853"/>
            <a:ext cx="6417342" cy="891395"/>
          </a:xfrm>
        </p:spPr>
        <p:txBody>
          <a:bodyPr/>
          <a:lstStyle>
            <a:lvl1pPr algn="l">
              <a:defRPr b="0" i="0"/>
            </a:lvl1pPr>
          </a:lstStyle>
          <a:p>
            <a:pPr lvl="0"/>
            <a:r>
              <a:rPr lang="en-US" dirty="0" smtClean="0"/>
              <a:t>{{EXIT_TICKET_LINES_FOR_ANSWER_2}}</a:t>
            </a:r>
          </a:p>
        </p:txBody>
      </p:sp>
      <p:sp>
        <p:nvSpPr>
          <p:cNvPr id="18" name="Text Placeholder 7"/>
          <p:cNvSpPr>
            <a:spLocks noGrp="1"/>
          </p:cNvSpPr>
          <p:nvPr>
            <p:ph type="body" sz="quarter" idx="27" hasCustomPrompt="1"/>
          </p:nvPr>
        </p:nvSpPr>
        <p:spPr>
          <a:xfrm>
            <a:off x="676894" y="5545218"/>
            <a:ext cx="6417342" cy="245717"/>
          </a:xfrm>
        </p:spPr>
        <p:txBody>
          <a:bodyPr/>
          <a:lstStyle>
            <a:lvl1pPr algn="l">
              <a:defRPr b="1"/>
            </a:lvl1pPr>
          </a:lstStyle>
          <a:p>
            <a:pPr lvl="0"/>
            <a:r>
              <a:rPr lang="en-US" dirty="0" smtClean="0"/>
              <a:t>{{EXIT_TICKET_TITLE_2}}</a:t>
            </a:r>
          </a:p>
        </p:txBody>
      </p:sp>
      <p:sp>
        <p:nvSpPr>
          <p:cNvPr id="19" name="Text Placeholder 7"/>
          <p:cNvSpPr>
            <a:spLocks noGrp="1"/>
          </p:cNvSpPr>
          <p:nvPr>
            <p:ph type="body" sz="quarter" idx="28" hasCustomPrompt="1"/>
          </p:nvPr>
        </p:nvSpPr>
        <p:spPr>
          <a:xfrm>
            <a:off x="676894" y="5906966"/>
            <a:ext cx="6417342" cy="493856"/>
          </a:xfrm>
        </p:spPr>
        <p:txBody>
          <a:bodyPr/>
          <a:lstStyle>
            <a:lvl1pPr algn="l">
              <a:defRPr b="0"/>
            </a:lvl1pPr>
          </a:lstStyle>
          <a:p>
            <a:pPr lvl="0"/>
            <a:r>
              <a:rPr lang="en-US" dirty="0" smtClean="0"/>
              <a:t>{{EXIT_TICKET_QUESTION_CONTENT_2}}</a:t>
            </a:r>
          </a:p>
        </p:txBody>
      </p:sp>
      <p:sp>
        <p:nvSpPr>
          <p:cNvPr id="20" name="Text Placeholder 7"/>
          <p:cNvSpPr>
            <a:spLocks noGrp="1"/>
          </p:cNvSpPr>
          <p:nvPr>
            <p:ph type="body" sz="quarter" idx="29" hasCustomPrompt="1"/>
          </p:nvPr>
        </p:nvSpPr>
        <p:spPr>
          <a:xfrm>
            <a:off x="676894" y="8495911"/>
            <a:ext cx="6417342" cy="891395"/>
          </a:xfrm>
        </p:spPr>
        <p:txBody>
          <a:bodyPr/>
          <a:lstStyle>
            <a:lvl1pPr algn="l">
              <a:defRPr b="0" i="0"/>
            </a:lvl1pPr>
          </a:lstStyle>
          <a:p>
            <a:pPr lvl="0"/>
            <a:r>
              <a:rPr lang="en-US" dirty="0" smtClean="0"/>
              <a:t>{{EXIT_TICKET_LINES_FOR_ANSWER_3}}</a:t>
            </a:r>
          </a:p>
        </p:txBody>
      </p:sp>
      <p:sp>
        <p:nvSpPr>
          <p:cNvPr id="22" name="Text Placeholder 7"/>
          <p:cNvSpPr>
            <a:spLocks noGrp="1"/>
          </p:cNvSpPr>
          <p:nvPr>
            <p:ph type="body" sz="quarter" idx="30" hasCustomPrompt="1"/>
          </p:nvPr>
        </p:nvSpPr>
        <p:spPr>
          <a:xfrm>
            <a:off x="676894" y="7524278"/>
            <a:ext cx="6417342" cy="245717"/>
          </a:xfrm>
        </p:spPr>
        <p:txBody>
          <a:bodyPr/>
          <a:lstStyle>
            <a:lvl1pPr algn="l">
              <a:defRPr b="1"/>
            </a:lvl1pPr>
          </a:lstStyle>
          <a:p>
            <a:pPr lvl="0"/>
            <a:r>
              <a:rPr lang="en-US" dirty="0" smtClean="0"/>
              <a:t>{{EXIT_TICKET_TITLE_3}}</a:t>
            </a:r>
          </a:p>
        </p:txBody>
      </p:sp>
      <p:sp>
        <p:nvSpPr>
          <p:cNvPr id="23" name="Text Placeholder 7"/>
          <p:cNvSpPr>
            <a:spLocks noGrp="1"/>
          </p:cNvSpPr>
          <p:nvPr>
            <p:ph type="body" sz="quarter" idx="31" hasCustomPrompt="1"/>
          </p:nvPr>
        </p:nvSpPr>
        <p:spPr>
          <a:xfrm>
            <a:off x="676894" y="7886025"/>
            <a:ext cx="6417342" cy="493856"/>
          </a:xfrm>
        </p:spPr>
        <p:txBody>
          <a:bodyPr/>
          <a:lstStyle>
            <a:lvl1pPr algn="l">
              <a:defRPr b="0"/>
            </a:lvl1pPr>
          </a:lstStyle>
          <a:p>
            <a:pPr lvl="0"/>
            <a:r>
              <a:rPr lang="en-US" dirty="0" smtClean="0"/>
              <a:t>{{EXIT_TICKET_QUESTION_CONTENT_3}}</a:t>
            </a:r>
          </a:p>
        </p:txBody>
      </p:sp>
      <p:sp>
        <p:nvSpPr>
          <p:cNvPr id="26" name="Text Placeholder 9"/>
          <p:cNvSpPr>
            <a:spLocks noGrp="1"/>
          </p:cNvSpPr>
          <p:nvPr>
            <p:ph type="body" sz="quarter" idx="32" hasCustomPrompt="1"/>
          </p:nvPr>
        </p:nvSpPr>
        <p:spPr>
          <a:xfrm>
            <a:off x="682815" y="1613687"/>
            <a:ext cx="6400800" cy="271055"/>
          </a:xfrm>
        </p:spPr>
        <p:txBody>
          <a:bodyPr/>
          <a:lstStyle>
            <a:lvl1pPr algn="ctr">
              <a:defRPr sz="1400">
                <a:solidFill>
                  <a:schemeClr val="tx2"/>
                </a:solidFill>
                <a:latin typeface="Montserrat" pitchFamily="2" charset="0"/>
              </a:defRPr>
            </a:lvl1pPr>
          </a:lstStyle>
          <a:p>
            <a:pPr lvl="0"/>
            <a:r>
              <a:rPr lang="en-US" dirty="0" smtClean="0"/>
              <a:t>{{EXIT_TICKETS_STANDARD_INFO}}</a:t>
            </a:r>
          </a:p>
          <a:p>
            <a:pPr lvl="0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2584589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Exit_Tick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Placeholder 7"/>
          <p:cNvSpPr>
            <a:spLocks noGrp="1"/>
          </p:cNvSpPr>
          <p:nvPr>
            <p:ph type="body" sz="quarter" idx="15" hasCustomPrompt="1"/>
          </p:nvPr>
        </p:nvSpPr>
        <p:spPr>
          <a:xfrm>
            <a:off x="676894" y="1768946"/>
            <a:ext cx="6417342" cy="891395"/>
          </a:xfrm>
        </p:spPr>
        <p:txBody>
          <a:bodyPr/>
          <a:lstStyle>
            <a:lvl1pPr algn="l">
              <a:defRPr b="0" i="0"/>
            </a:lvl1pPr>
          </a:lstStyle>
          <a:p>
            <a:pPr lvl="0"/>
            <a:r>
              <a:rPr lang="en-US" dirty="0" smtClean="0"/>
              <a:t>{{EXIT_TICKET_LINES_FOR_ANSWER_4}}</a:t>
            </a:r>
          </a:p>
        </p:txBody>
      </p:sp>
      <p:sp>
        <p:nvSpPr>
          <p:cNvPr id="25" name="Text Placeholder 7"/>
          <p:cNvSpPr>
            <a:spLocks noGrp="1"/>
          </p:cNvSpPr>
          <p:nvPr>
            <p:ph type="body" sz="quarter" idx="20" hasCustomPrompt="1"/>
          </p:nvPr>
        </p:nvSpPr>
        <p:spPr>
          <a:xfrm>
            <a:off x="676894" y="810927"/>
            <a:ext cx="6417342" cy="245717"/>
          </a:xfrm>
        </p:spPr>
        <p:txBody>
          <a:bodyPr/>
          <a:lstStyle>
            <a:lvl1pPr algn="l">
              <a:defRPr b="1"/>
            </a:lvl1pPr>
          </a:lstStyle>
          <a:p>
            <a:pPr lvl="0"/>
            <a:r>
              <a:rPr lang="en-US" dirty="0" smtClean="0"/>
              <a:t>{{EXIT_TICKET_TITLE_4}}</a:t>
            </a:r>
          </a:p>
        </p:txBody>
      </p:sp>
      <p:sp>
        <p:nvSpPr>
          <p:cNvPr id="16" name="Text Placeholder 7"/>
          <p:cNvSpPr>
            <a:spLocks noGrp="1"/>
          </p:cNvSpPr>
          <p:nvPr>
            <p:ph type="body" sz="quarter" idx="25" hasCustomPrompt="1"/>
          </p:nvPr>
        </p:nvSpPr>
        <p:spPr>
          <a:xfrm>
            <a:off x="676894" y="1165867"/>
            <a:ext cx="6417342" cy="493856"/>
          </a:xfrm>
        </p:spPr>
        <p:txBody>
          <a:bodyPr/>
          <a:lstStyle>
            <a:lvl1pPr algn="l">
              <a:defRPr b="0"/>
            </a:lvl1pPr>
          </a:lstStyle>
          <a:p>
            <a:pPr lvl="0"/>
            <a:r>
              <a:rPr lang="en-US" dirty="0" smtClean="0"/>
              <a:t>{{EXIT_TICKET_QUESTION_CONTENT_4}}</a:t>
            </a:r>
          </a:p>
        </p:txBody>
      </p:sp>
      <p:sp>
        <p:nvSpPr>
          <p:cNvPr id="17" name="Text Placeholder 7"/>
          <p:cNvSpPr>
            <a:spLocks noGrp="1"/>
          </p:cNvSpPr>
          <p:nvPr>
            <p:ph type="body" sz="quarter" idx="26" hasCustomPrompt="1"/>
          </p:nvPr>
        </p:nvSpPr>
        <p:spPr>
          <a:xfrm>
            <a:off x="676894" y="3727581"/>
            <a:ext cx="6417342" cy="891395"/>
          </a:xfrm>
        </p:spPr>
        <p:txBody>
          <a:bodyPr/>
          <a:lstStyle>
            <a:lvl1pPr algn="l">
              <a:defRPr b="0" i="0"/>
            </a:lvl1pPr>
          </a:lstStyle>
          <a:p>
            <a:pPr lvl="0"/>
            <a:r>
              <a:rPr lang="en-US" dirty="0" smtClean="0"/>
              <a:t>{{EXIT_TICKET_LINES_FOR_ANSWER_5}}</a:t>
            </a:r>
          </a:p>
        </p:txBody>
      </p:sp>
      <p:sp>
        <p:nvSpPr>
          <p:cNvPr id="18" name="Text Placeholder 7"/>
          <p:cNvSpPr>
            <a:spLocks noGrp="1"/>
          </p:cNvSpPr>
          <p:nvPr>
            <p:ph type="body" sz="quarter" idx="27" hasCustomPrompt="1"/>
          </p:nvPr>
        </p:nvSpPr>
        <p:spPr>
          <a:xfrm>
            <a:off x="676894" y="2769564"/>
            <a:ext cx="6417342" cy="245717"/>
          </a:xfrm>
        </p:spPr>
        <p:txBody>
          <a:bodyPr/>
          <a:lstStyle>
            <a:lvl1pPr algn="l">
              <a:defRPr b="1"/>
            </a:lvl1pPr>
          </a:lstStyle>
          <a:p>
            <a:pPr lvl="0"/>
            <a:r>
              <a:rPr lang="en-US" dirty="0" smtClean="0"/>
              <a:t>{{EXIT_TICKET_TITLE_5}}</a:t>
            </a:r>
          </a:p>
        </p:txBody>
      </p:sp>
      <p:sp>
        <p:nvSpPr>
          <p:cNvPr id="19" name="Text Placeholder 7"/>
          <p:cNvSpPr>
            <a:spLocks noGrp="1"/>
          </p:cNvSpPr>
          <p:nvPr>
            <p:ph type="body" sz="quarter" idx="28" hasCustomPrompt="1"/>
          </p:nvPr>
        </p:nvSpPr>
        <p:spPr>
          <a:xfrm>
            <a:off x="676894" y="3124504"/>
            <a:ext cx="6417342" cy="493856"/>
          </a:xfrm>
        </p:spPr>
        <p:txBody>
          <a:bodyPr/>
          <a:lstStyle>
            <a:lvl1pPr algn="l">
              <a:defRPr b="0"/>
            </a:lvl1pPr>
          </a:lstStyle>
          <a:p>
            <a:pPr lvl="0"/>
            <a:r>
              <a:rPr lang="en-US" dirty="0" smtClean="0"/>
              <a:t>{{EXIT_TICKET_QUESTION_CONTENT_5}}</a:t>
            </a:r>
          </a:p>
        </p:txBody>
      </p:sp>
    </p:spTree>
    <p:extLst>
      <p:ext uri="{BB962C8B-B14F-4D97-AF65-F5344CB8AC3E}">
        <p14:creationId xmlns:p14="http://schemas.microsoft.com/office/powerpoint/2010/main" val="308600661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Exit_Ticket_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165" y="808650"/>
            <a:ext cx="6400800" cy="390912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{{EXIT_TICKETS_HEADER}}</a:t>
            </a:r>
            <a:endParaRPr lang="en-US" dirty="0"/>
          </a:p>
        </p:txBody>
      </p:sp>
      <p:cxnSp>
        <p:nvCxnSpPr>
          <p:cNvPr id="21" name="Straight Connector 20"/>
          <p:cNvCxnSpPr/>
          <p:nvPr userDrawn="1"/>
        </p:nvCxnSpPr>
        <p:spPr>
          <a:xfrm flipV="1">
            <a:off x="700609" y="1983177"/>
            <a:ext cx="6365212" cy="8902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 Placeholder 7"/>
          <p:cNvSpPr>
            <a:spLocks noGrp="1"/>
          </p:cNvSpPr>
          <p:nvPr>
            <p:ph type="body" sz="quarter" idx="15" hasCustomPrompt="1"/>
          </p:nvPr>
        </p:nvSpPr>
        <p:spPr>
          <a:xfrm>
            <a:off x="676719" y="2953308"/>
            <a:ext cx="6417342" cy="891395"/>
          </a:xfrm>
        </p:spPr>
        <p:txBody>
          <a:bodyPr/>
          <a:lstStyle>
            <a:lvl1pPr algn="l">
              <a:defRPr b="0" i="0"/>
            </a:lvl1pPr>
          </a:lstStyle>
          <a:p>
            <a:pPr lvl="0"/>
            <a:r>
              <a:rPr lang="en-US" dirty="0" smtClean="0"/>
              <a:t>{{EXIT_TICKETS_SAMPLE_ANSWER_CONTENT_1}}</a:t>
            </a:r>
          </a:p>
        </p:txBody>
      </p:sp>
      <p:sp>
        <p:nvSpPr>
          <p:cNvPr id="27" name="Text Placeholder 26"/>
          <p:cNvSpPr>
            <a:spLocks noGrp="1"/>
          </p:cNvSpPr>
          <p:nvPr>
            <p:ph type="body" sz="quarter" idx="16" hasCustomPrompt="1"/>
          </p:nvPr>
        </p:nvSpPr>
        <p:spPr>
          <a:xfrm>
            <a:off x="190730" y="108768"/>
            <a:ext cx="4535650" cy="3444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 smtClean="0"/>
              <a:t>Name: {{STUDENT_NAME}} __________________________________</a:t>
            </a:r>
            <a:endParaRPr lang="en-US" dirty="0"/>
          </a:p>
        </p:txBody>
      </p:sp>
      <p:sp>
        <p:nvSpPr>
          <p:cNvPr id="28" name="Text Placeholder 26"/>
          <p:cNvSpPr>
            <a:spLocks noGrp="1"/>
          </p:cNvSpPr>
          <p:nvPr>
            <p:ph type="body" sz="quarter" idx="17" hasCustomPrompt="1"/>
          </p:nvPr>
        </p:nvSpPr>
        <p:spPr>
          <a:xfrm>
            <a:off x="4958671" y="108768"/>
            <a:ext cx="2582162" cy="3444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 smtClean="0"/>
              <a:t>Date: {{DATE}} ____________________</a:t>
            </a:r>
            <a:endParaRPr lang="en-US" dirty="0"/>
          </a:p>
        </p:txBody>
      </p:sp>
      <p:sp>
        <p:nvSpPr>
          <p:cNvPr id="25" name="Text Placeholder 7"/>
          <p:cNvSpPr>
            <a:spLocks noGrp="1"/>
          </p:cNvSpPr>
          <p:nvPr>
            <p:ph type="body" sz="quarter" idx="20" hasCustomPrompt="1"/>
          </p:nvPr>
        </p:nvSpPr>
        <p:spPr>
          <a:xfrm>
            <a:off x="676719" y="2110334"/>
            <a:ext cx="6417342" cy="245717"/>
          </a:xfrm>
        </p:spPr>
        <p:txBody>
          <a:bodyPr>
            <a:noAutofit/>
          </a:bodyPr>
          <a:lstStyle>
            <a:lvl1pPr algn="ctr">
              <a:defRPr sz="1600" b="1">
                <a:latin typeface="Montserrat" pitchFamily="2" charset="0"/>
              </a:defRPr>
            </a:lvl1pPr>
          </a:lstStyle>
          <a:p>
            <a:pPr lvl="0"/>
            <a:r>
              <a:rPr lang="en-US" dirty="0" smtClean="0"/>
              <a:t>{{EXIT_TICKETS_ANSWER_KEY_TITLE}}</a:t>
            </a:r>
          </a:p>
        </p:txBody>
      </p:sp>
      <p:sp>
        <p:nvSpPr>
          <p:cNvPr id="16" name="Text Placeholder 7"/>
          <p:cNvSpPr>
            <a:spLocks noGrp="1"/>
          </p:cNvSpPr>
          <p:nvPr>
            <p:ph type="body" sz="quarter" idx="25" hasCustomPrompt="1"/>
          </p:nvPr>
        </p:nvSpPr>
        <p:spPr>
          <a:xfrm>
            <a:off x="676719" y="2579843"/>
            <a:ext cx="6417342" cy="261387"/>
          </a:xfrm>
        </p:spPr>
        <p:txBody>
          <a:bodyPr/>
          <a:lstStyle>
            <a:lvl1pPr algn="l">
              <a:defRPr b="1" baseline="0"/>
            </a:lvl1pPr>
          </a:lstStyle>
          <a:p>
            <a:pPr lvl="0"/>
            <a:r>
              <a:rPr lang="en-US" dirty="0" smtClean="0"/>
              <a:t>{{EXIT_TICKETS_SAMPLE_ANSWER_TITLE_1}}</a:t>
            </a:r>
          </a:p>
        </p:txBody>
      </p:sp>
      <p:sp>
        <p:nvSpPr>
          <p:cNvPr id="26" name="Text Placeholder 7"/>
          <p:cNvSpPr>
            <a:spLocks noGrp="1"/>
          </p:cNvSpPr>
          <p:nvPr>
            <p:ph type="body" sz="quarter" idx="26" hasCustomPrompt="1"/>
          </p:nvPr>
        </p:nvSpPr>
        <p:spPr>
          <a:xfrm>
            <a:off x="676719" y="4330246"/>
            <a:ext cx="6417342" cy="891395"/>
          </a:xfrm>
        </p:spPr>
        <p:txBody>
          <a:bodyPr/>
          <a:lstStyle>
            <a:lvl1pPr algn="l">
              <a:defRPr b="0" i="0"/>
            </a:lvl1pPr>
          </a:lstStyle>
          <a:p>
            <a:pPr lvl="0"/>
            <a:r>
              <a:rPr lang="en-US" dirty="0" smtClean="0"/>
              <a:t>{{EXIT_TICKETS_SAMPLE_ANSWER_CONTENT_2}}</a:t>
            </a:r>
          </a:p>
        </p:txBody>
      </p:sp>
      <p:sp>
        <p:nvSpPr>
          <p:cNvPr id="29" name="Text Placeholder 7"/>
          <p:cNvSpPr>
            <a:spLocks noGrp="1"/>
          </p:cNvSpPr>
          <p:nvPr>
            <p:ph type="body" sz="quarter" idx="27" hasCustomPrompt="1"/>
          </p:nvPr>
        </p:nvSpPr>
        <p:spPr>
          <a:xfrm>
            <a:off x="676719" y="3956781"/>
            <a:ext cx="6417342" cy="261387"/>
          </a:xfrm>
        </p:spPr>
        <p:txBody>
          <a:bodyPr/>
          <a:lstStyle>
            <a:lvl1pPr algn="l">
              <a:defRPr b="1" baseline="0"/>
            </a:lvl1pPr>
          </a:lstStyle>
          <a:p>
            <a:pPr lvl="0"/>
            <a:r>
              <a:rPr lang="en-US" dirty="0" smtClean="0"/>
              <a:t>{{EXIT_TICKETS_SAMPLE_ANSWER_TITLE_2}}</a:t>
            </a:r>
          </a:p>
        </p:txBody>
      </p:sp>
      <p:sp>
        <p:nvSpPr>
          <p:cNvPr id="30" name="Text Placeholder 7"/>
          <p:cNvSpPr>
            <a:spLocks noGrp="1"/>
          </p:cNvSpPr>
          <p:nvPr>
            <p:ph type="body" sz="quarter" idx="28" hasCustomPrompt="1"/>
          </p:nvPr>
        </p:nvSpPr>
        <p:spPr>
          <a:xfrm>
            <a:off x="676719" y="5707184"/>
            <a:ext cx="6417342" cy="891395"/>
          </a:xfrm>
        </p:spPr>
        <p:txBody>
          <a:bodyPr/>
          <a:lstStyle>
            <a:lvl1pPr algn="l">
              <a:defRPr b="0" i="0"/>
            </a:lvl1pPr>
          </a:lstStyle>
          <a:p>
            <a:pPr lvl="0"/>
            <a:r>
              <a:rPr lang="en-US" dirty="0" smtClean="0"/>
              <a:t>{{EXIT_TICKETS_SAMPLE_ANSWER_CONTENT_3}}</a:t>
            </a:r>
          </a:p>
        </p:txBody>
      </p:sp>
      <p:sp>
        <p:nvSpPr>
          <p:cNvPr id="31" name="Text Placeholder 7"/>
          <p:cNvSpPr>
            <a:spLocks noGrp="1"/>
          </p:cNvSpPr>
          <p:nvPr>
            <p:ph type="body" sz="quarter" idx="29" hasCustomPrompt="1"/>
          </p:nvPr>
        </p:nvSpPr>
        <p:spPr>
          <a:xfrm>
            <a:off x="676719" y="5333719"/>
            <a:ext cx="6417342" cy="261387"/>
          </a:xfrm>
        </p:spPr>
        <p:txBody>
          <a:bodyPr/>
          <a:lstStyle>
            <a:lvl1pPr algn="l">
              <a:defRPr b="1" baseline="0"/>
            </a:lvl1pPr>
          </a:lstStyle>
          <a:p>
            <a:pPr lvl="0"/>
            <a:r>
              <a:rPr lang="en-US" dirty="0" smtClean="0"/>
              <a:t>{{EXIT_TICKETS_SAMPLE_ANSWER_TITLE_3}}</a:t>
            </a:r>
          </a:p>
        </p:txBody>
      </p:sp>
      <p:sp>
        <p:nvSpPr>
          <p:cNvPr id="32" name="Text Placeholder 7"/>
          <p:cNvSpPr>
            <a:spLocks noGrp="1"/>
          </p:cNvSpPr>
          <p:nvPr>
            <p:ph type="body" sz="quarter" idx="30" hasCustomPrompt="1"/>
          </p:nvPr>
        </p:nvSpPr>
        <p:spPr>
          <a:xfrm>
            <a:off x="676719" y="7084122"/>
            <a:ext cx="6417342" cy="891395"/>
          </a:xfrm>
        </p:spPr>
        <p:txBody>
          <a:bodyPr/>
          <a:lstStyle>
            <a:lvl1pPr algn="l">
              <a:defRPr b="0" i="0"/>
            </a:lvl1pPr>
          </a:lstStyle>
          <a:p>
            <a:pPr lvl="0"/>
            <a:r>
              <a:rPr lang="en-US" dirty="0" smtClean="0"/>
              <a:t>{{EXIT_TICKETS_SAMPLE_ANSWER_CONTENT_4}}</a:t>
            </a:r>
          </a:p>
        </p:txBody>
      </p:sp>
      <p:sp>
        <p:nvSpPr>
          <p:cNvPr id="33" name="Text Placeholder 7"/>
          <p:cNvSpPr>
            <a:spLocks noGrp="1"/>
          </p:cNvSpPr>
          <p:nvPr>
            <p:ph type="body" sz="quarter" idx="31" hasCustomPrompt="1"/>
          </p:nvPr>
        </p:nvSpPr>
        <p:spPr>
          <a:xfrm>
            <a:off x="676719" y="6710657"/>
            <a:ext cx="6417342" cy="261387"/>
          </a:xfrm>
        </p:spPr>
        <p:txBody>
          <a:bodyPr/>
          <a:lstStyle>
            <a:lvl1pPr algn="l">
              <a:defRPr b="1" baseline="0"/>
            </a:lvl1pPr>
          </a:lstStyle>
          <a:p>
            <a:pPr lvl="0"/>
            <a:r>
              <a:rPr lang="en-US" dirty="0" smtClean="0"/>
              <a:t>{{EXIT_TICKETS_SAMPLE_ANSWER_TITLE_4}}</a:t>
            </a:r>
          </a:p>
        </p:txBody>
      </p:sp>
      <p:sp>
        <p:nvSpPr>
          <p:cNvPr id="34" name="Text Placeholder 7"/>
          <p:cNvSpPr>
            <a:spLocks noGrp="1"/>
          </p:cNvSpPr>
          <p:nvPr>
            <p:ph type="body" sz="quarter" idx="32" hasCustomPrompt="1"/>
          </p:nvPr>
        </p:nvSpPr>
        <p:spPr>
          <a:xfrm>
            <a:off x="676719" y="8461056"/>
            <a:ext cx="6417342" cy="891395"/>
          </a:xfrm>
        </p:spPr>
        <p:txBody>
          <a:bodyPr/>
          <a:lstStyle>
            <a:lvl1pPr algn="l">
              <a:defRPr b="0" i="0"/>
            </a:lvl1pPr>
          </a:lstStyle>
          <a:p>
            <a:pPr lvl="0"/>
            <a:r>
              <a:rPr lang="en-US" dirty="0" smtClean="0"/>
              <a:t>{{EXIT_TICKETS_SAMPLE_ANSWER_CONTENT_5}}</a:t>
            </a:r>
          </a:p>
        </p:txBody>
      </p:sp>
      <p:sp>
        <p:nvSpPr>
          <p:cNvPr id="35" name="Text Placeholder 7"/>
          <p:cNvSpPr>
            <a:spLocks noGrp="1"/>
          </p:cNvSpPr>
          <p:nvPr>
            <p:ph type="body" sz="quarter" idx="33" hasCustomPrompt="1"/>
          </p:nvPr>
        </p:nvSpPr>
        <p:spPr>
          <a:xfrm>
            <a:off x="676719" y="8087595"/>
            <a:ext cx="6417342" cy="261387"/>
          </a:xfrm>
        </p:spPr>
        <p:txBody>
          <a:bodyPr/>
          <a:lstStyle>
            <a:lvl1pPr algn="l">
              <a:defRPr b="1" baseline="0"/>
            </a:lvl1pPr>
          </a:lstStyle>
          <a:p>
            <a:pPr lvl="0"/>
            <a:r>
              <a:rPr lang="en-US" dirty="0" smtClean="0"/>
              <a:t>{{EXIT_TICKETS_SAMPLE_ANSWER_TITLE_5}}</a:t>
            </a:r>
          </a:p>
        </p:txBody>
      </p:sp>
      <p:sp>
        <p:nvSpPr>
          <p:cNvPr id="18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685165" y="1283901"/>
            <a:ext cx="6400800" cy="271055"/>
          </a:xfrm>
        </p:spPr>
        <p:txBody>
          <a:bodyPr/>
          <a:lstStyle>
            <a:lvl1pPr algn="ctr">
              <a:defRPr sz="1400">
                <a:solidFill>
                  <a:schemeClr val="tx2"/>
                </a:solidFill>
                <a:latin typeface="Montserrat" pitchFamily="2" charset="0"/>
              </a:defRPr>
            </a:lvl1pPr>
          </a:lstStyle>
          <a:p>
            <a:pPr lvl="0"/>
            <a:r>
              <a:rPr lang="en-US" dirty="0" smtClean="0"/>
              <a:t>{{EXIT_TICKETS_GRADE_INFO}}</a:t>
            </a:r>
          </a:p>
          <a:p>
            <a:pPr lvl="0"/>
            <a:endParaRPr lang="en-US" dirty="0" smtClean="0"/>
          </a:p>
        </p:txBody>
      </p:sp>
      <p:sp>
        <p:nvSpPr>
          <p:cNvPr id="19" name="Text Placeholder 9"/>
          <p:cNvSpPr>
            <a:spLocks noGrp="1"/>
          </p:cNvSpPr>
          <p:nvPr>
            <p:ph type="body" sz="quarter" idx="34" hasCustomPrompt="1"/>
          </p:nvPr>
        </p:nvSpPr>
        <p:spPr>
          <a:xfrm>
            <a:off x="682815" y="1613687"/>
            <a:ext cx="6400800" cy="271055"/>
          </a:xfrm>
        </p:spPr>
        <p:txBody>
          <a:bodyPr/>
          <a:lstStyle>
            <a:lvl1pPr algn="ctr">
              <a:defRPr sz="1400">
                <a:solidFill>
                  <a:schemeClr val="tx2"/>
                </a:solidFill>
                <a:latin typeface="Montserrat" pitchFamily="2" charset="0"/>
              </a:defRPr>
            </a:lvl1pPr>
          </a:lstStyle>
          <a:p>
            <a:pPr lvl="0"/>
            <a:r>
              <a:rPr lang="en-US" dirty="0" smtClean="0"/>
              <a:t>{{EXIT_TICKETS_STANDARD_INFO}}</a:t>
            </a:r>
          </a:p>
          <a:p>
            <a:pPr lvl="0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1829730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4" y="213756"/>
            <a:ext cx="7762352" cy="983710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535519"/>
            <a:ext cx="6703695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2677584"/>
            <a:ext cx="6703695" cy="66445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00468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7" r:id="rId1"/>
    <p:sldLayoutId id="2147483768" r:id="rId2"/>
    <p:sldLayoutId id="2147483769" r:id="rId3"/>
  </p:sldLayoutIdLst>
  <p:timing>
    <p:tnLst>
      <p:par>
        <p:cTn id="1" dur="indefinite" restart="never" nodeType="tmRoot"/>
      </p:par>
    </p:tnLst>
  </p:timing>
  <p:txStyles>
    <p:titleStyle>
      <a:lvl1pPr algn="ctr" defTabSz="777240" rtl="0" eaLnBrk="1" latinLnBrk="0" hangingPunct="1">
        <a:lnSpc>
          <a:spcPct val="90000"/>
        </a:lnSpc>
        <a:spcBef>
          <a:spcPct val="0"/>
        </a:spcBef>
        <a:buNone/>
        <a:defRPr sz="1800" b="1" kern="1200">
          <a:solidFill>
            <a:schemeClr val="tx1"/>
          </a:solidFill>
          <a:latin typeface="Montserrat" pitchFamily="2" charset="0"/>
          <a:ea typeface="+mj-ea"/>
          <a:cs typeface="+mj-cs"/>
        </a:defRPr>
      </a:lvl1pPr>
    </p:titleStyle>
    <p:bodyStyle>
      <a:lvl1pPr marL="0" indent="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1pPr>
      <a:lvl2pPr marL="388620" indent="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2pPr>
      <a:lvl3pPr marL="777240" indent="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3pPr>
      <a:lvl4pPr marL="1165860" indent="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4pPr>
      <a:lvl5pPr marL="1554480" indent="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0633" y="167220"/>
            <a:ext cx="49329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Name: {{STUDENT_NAME}} __________________________________</a:t>
            </a:r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890184" y="179252"/>
            <a:ext cx="27017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Open Sans" pitchFamily="2" charset="0"/>
                <a:ea typeface="Open Sans" pitchFamily="2" charset="0"/>
                <a:cs typeface="Open Sans" pitchFamily="2" charset="0"/>
              </a:rPr>
              <a:t>Date: {{DATE}} ____________________</a:t>
            </a:r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76893" y="835171"/>
            <a:ext cx="6406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chemeClr val="accent1">
                    <a:lumMod val="50000"/>
                  </a:schemeClr>
                </a:solidFill>
                <a:latin typeface="Montserrat" pitchFamily="2" charset="0"/>
              </a:rPr>
              <a:t>Exit Tickets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892" y="1270224"/>
            <a:ext cx="64173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b="0">
                <a:solidFill>
                  <a:schemeClr val="accent1">
                    <a:lumMod val="50000"/>
                  </a:schemeClr>
                </a:solidFill>
                <a:latin typeface="Montserrat" pitchFamily="2" charset="0"/>
              </a:rPr>
              <a:t>6TH GRADE RI.6.1 TEXT EVIDENCE BUNDLE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891" y="1605110"/>
            <a:ext cx="64067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b="0">
                <a:solidFill>
                  <a:schemeClr val="accent1">
                    <a:lumMod val="50000"/>
                  </a:schemeClr>
                </a:solidFill>
                <a:latin typeface="Montserrat" pitchFamily="2" charset="0"/>
              </a:rPr>
              <a:t>Cite Evidence | Support Claims | Analyze 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891" y="2022860"/>
            <a:ext cx="64173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b="1">
                <a:latin typeface="Open Sans" pitchFamily="2" charset="0"/>
                <a:ea typeface="Open Sans" pitchFamily="2" charset="0"/>
                <a:cs typeface="Open Sans" pitchFamily="2" charset="0"/>
              </a:rPr>
              <a:t>Objectives:</a:t>
            </a:r>
            <a:r>
              <a:rPr lang="en-US" sz="12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 • Cite textual evidence to support analysis of what the text says explicitly</a:t>
            </a:r>
          </a:p>
          <a:p>
            <a:r>
              <a:rPr lang="en-US" sz="12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• Make inferences based on evidence and draw logical conclusions from text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891" y="2721691"/>
            <a:ext cx="64067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b="1">
                <a:latin typeface="Open Sans" pitchFamily="2" charset="0"/>
                <a:ea typeface="Open Sans" pitchFamily="2" charset="0"/>
                <a:cs typeface="Open Sans" pitchFamily="2" charset="0"/>
              </a:rPr>
              <a:t>Directions:</a:t>
            </a:r>
            <a:r>
              <a:rPr lang="en-US" sz="12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 Answer the question below in complete sentences.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891" y="3559260"/>
            <a:ext cx="45969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1. Finding Explicit Evidence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891" y="5529577"/>
            <a:ext cx="6417343" cy="2746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2. Making Text Inferences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821" y="7510960"/>
            <a:ext cx="64354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3. Analyzing Supporting Details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891" y="3888998"/>
            <a:ext cx="64173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What is one piece of textual evidence that directly supports the author's main claim? Include the quote and page number.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891" y="5893969"/>
            <a:ext cx="64173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What can you infer about the author's purpose based on the evidence presented? Support your inference with specific details.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891" y="7884458"/>
            <a:ext cx="64173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Which piece of evidence best supports the central idea? Explain why this evidence is most convincing.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891" y="4523914"/>
            <a:ext cx="64067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____________________________________________________________</a:t>
            </a:r>
          </a:p>
          <a:p>
            <a:r>
              <a:rPr lang="en-US" sz="12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____________________________________________________________</a:t>
            </a:r>
          </a:p>
          <a:p>
            <a:r>
              <a:rPr lang="en-US" sz="12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____________________________________________________________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890" y="6505422"/>
            <a:ext cx="64067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____________________________________________________________</a:t>
            </a:r>
          </a:p>
          <a:p>
            <a:r>
              <a:rPr lang="en-US" sz="12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____________________________________________________________</a:t>
            </a:r>
          </a:p>
          <a:p>
            <a:r>
              <a:rPr lang="en-US" sz="12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____________________________________________________________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890" y="8495074"/>
            <a:ext cx="64173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____________________________________________________________</a:t>
            </a:r>
          </a:p>
          <a:p>
            <a:r>
              <a:rPr lang="en-US" sz="12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____________________________________________________________</a:t>
            </a:r>
          </a:p>
          <a:p>
            <a:r>
              <a:rPr lang="en-US" sz="12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____________________________________________________________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32536599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676894" y="810927"/>
            <a:ext cx="64173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4. Drawing Conclusions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894" y="1140665"/>
            <a:ext cx="64173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Based on the evidence in the text, what conclusion can you draw about the topic? Cite at least one supporting detail.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894" y="1775581"/>
            <a:ext cx="641734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____________________________________________________________</a:t>
            </a:r>
          </a:p>
          <a:p>
            <a:r>
              <a:rPr lang="en-US" sz="12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____________________________________________________________</a:t>
            </a:r>
          </a:p>
          <a:p>
            <a:r>
              <a:rPr lang="en-US" sz="12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____________________________________________________________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894" y="2730131"/>
            <a:ext cx="64173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5. Evidence Evaluation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895" y="3059869"/>
            <a:ext cx="64173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How does the author use evidence to convince readers? Give one example of effective evidence from the text.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894" y="3694785"/>
            <a:ext cx="6417341" cy="829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____________________________________________________________</a:t>
            </a:r>
          </a:p>
          <a:p>
            <a:r>
              <a:rPr lang="en-US" sz="12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____________________________________________________________</a:t>
            </a:r>
          </a:p>
          <a:p>
            <a:r>
              <a:rPr lang="en-US" sz="12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____________________________________________________________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22544843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/>
          <p:cNvSpPr txBox="1"/>
          <p:nvPr/>
        </p:nvSpPr>
        <p:spPr>
          <a:xfrm>
            <a:off x="298761" y="181386"/>
            <a:ext cx="49329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Name: {{STUDENT_NAME}} __________________________________</a:t>
            </a:r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938310" y="180927"/>
            <a:ext cx="27017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Date: {{DATE}} ____________________</a:t>
            </a:r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76893" y="835171"/>
            <a:ext cx="6406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chemeClr val="accent1">
                    <a:lumMod val="50000"/>
                  </a:schemeClr>
                </a:solidFill>
                <a:latin typeface="Montserrat" pitchFamily="2" charset="0"/>
              </a:rPr>
              <a:t>Exit Tickets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892" y="1270224"/>
            <a:ext cx="64171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b="0">
                <a:solidFill>
                  <a:schemeClr val="accent1">
                    <a:lumMod val="50000"/>
                  </a:schemeClr>
                </a:solidFill>
                <a:latin typeface="Montserrat" pitchFamily="2" charset="0"/>
              </a:rPr>
              <a:t>6TH GRADE RI.6.1 TEXT EVIDENCE BUNDLE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891" y="1605110"/>
            <a:ext cx="64171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b="0">
                <a:solidFill>
                  <a:schemeClr val="accent1">
                    <a:lumMod val="50000"/>
                  </a:schemeClr>
                </a:solidFill>
                <a:latin typeface="Montserrat" pitchFamily="2" charset="0"/>
              </a:rPr>
              <a:t>Cite Evidence | Support Claims | Analyze Text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719" y="2063915"/>
            <a:ext cx="64173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Montserrat" pitchFamily="2" charset="0"/>
              </a:rPr>
              <a:t>Answer Key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719" y="2564232"/>
            <a:ext cx="64173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1. Finding Explicit Evidence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719" y="2893969"/>
            <a:ext cx="64173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1. Students should identify a specific quote from the text that clearly states or supports the main argument. They must include proper citation with page numbers or paragraph references.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718" y="3909632"/>
            <a:ext cx="64173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2. Making Text Inferences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718" y="4298705"/>
            <a:ext cx="64173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2. Students should make a logical inference about why the author wrote the text. They need to connect their inference to specific textual evidence or examples from the reading.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718" y="5318108"/>
            <a:ext cx="64173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3. Analyzing Supporting Details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718" y="5687265"/>
            <a:ext cx="64173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b="0"/>
              <a:t>3. Students should identify the strongest piece of supporting evidence and explain its effectiveness. They should demonstrate understanding of how evidence relates to the main idea.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4757" y="6695046"/>
            <a:ext cx="64593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/>
              <a:t>4. Drawing Conclusions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0853" y="7062014"/>
            <a:ext cx="64232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4. Students should form a logical conclusion based on textual evidence. They must include at least one specific detail or quote that led them to this conclusion.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0853" y="8079788"/>
            <a:ext cx="64232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5. Evidence Evaluation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0853" y="8461056"/>
            <a:ext cx="64232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5. Students should analyze how the author presents evidence persuasively. They need to provide a specific example and explain why it effectively supports the author's argument.</a:t>
            </a:r>
          </a:p>
        </p:txBody>
      </p:sp>
    </p:spTree>
    <p:extLst>
      <p:ext uri="{BB962C8B-B14F-4D97-AF65-F5344CB8AC3E}">
        <p14:creationId xmlns:p14="http://schemas.microsoft.com/office/powerpoint/2010/main" val="1761098045"/>
      </p:ext>
    </p:extLst>
  </p:cSld>
  <p:clrMapOvr>
    <a:masterClrMapping/>
  </p:clrMapOvr>
</p:sld>
</file>

<file path=ppt/theme/theme1.xml><?xml version="1.0" encoding="utf-8"?>
<a:theme xmlns:a="http://schemas.openxmlformats.org/drawingml/2006/main" name="Reading passag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1184</TotalTime>
  <Words>130</Words>
  <Application>Microsoft Office PowerPoint</Application>
  <PresentationFormat>Custom</PresentationFormat>
  <Paragraphs>48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Montserrat</vt:lpstr>
      <vt:lpstr>Open Sans</vt:lpstr>
      <vt:lpstr>Arial</vt:lpstr>
      <vt:lpstr>Calibri</vt:lpstr>
      <vt:lpstr>Reading passage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Rocky</dc:creator>
  <cp:lastModifiedBy>Rocky</cp:lastModifiedBy>
  <cp:revision>71</cp:revision>
  <dcterms:created xsi:type="dcterms:W3CDTF">2026-01-31T07:59:54Z</dcterms:created>
  <dcterms:modified xsi:type="dcterms:W3CDTF">2026-03-20T14:21:15Z</dcterms:modified>
</cp:coreProperties>
</file>
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Mystery of the Disappearing Bees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TEXT EVIDENCE AND INFERENCE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Draw Inferences | Support Claims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Make inferences based on evidence found in informational texts</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and answer the questions that follow.</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Mystery of the Disappearing Bees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Scientists investigate the decline of bee populations worldwide</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For the past decade, beekeepers around the world have reported a troubling phenomenon: their bee colonies are mysteriously disappearing. This crisis, known as Colony Collapse Disorder (CCD), has puzzled scientists and worried farmers who depend on bees to pollinate their crops.</a:t>
            </a:r>
          </a:p>
          <a:p/>
          <a:p>
            <a:r>
              <a:rPr lang="en-US" sz="1200" dirty="0" b="0">
                <a:latin typeface="Open Sans" pitchFamily="2" charset="0"/>
                <a:ea typeface="Open Sans" pitchFamily="2" charset="0"/>
                <a:cs typeface="Open Sans" pitchFamily="2" charset="0"/>
              </a:rPr>
              <a:t>Dr. Sarah Chen, an entomologist at the University of California, has spent five years studying this mystery. "We first noticed something was wrong when beekeepers began finding empty hives," she explains. "The bees would simply vanish overnight, leaving behind their queen, honey, and young bees. It was as if the worker bees had just walked away from their homes."</a:t>
            </a:r>
          </a:p>
          <a:p/>
          <a:p>
            <a:r>
              <a:rPr lang="en-US" sz="1200" dirty="0" b="0">
                <a:latin typeface="Open Sans" pitchFamily="2" charset="0"/>
                <a:ea typeface="Open Sans" pitchFamily="2" charset="0"/>
                <a:cs typeface="Open Sans" pitchFamily="2" charset="0"/>
              </a:rPr>
              <a:t>The disappearance of bees is more serious than most people realize. Bees pollinate approximately one-third of everything we eat, including apples, almonds, blueberries, and many vegetables. Without bees, our food supply would be severely threatened.</a:t>
            </a:r>
          </a:p>
          <a:p/>
          <a:p>
            <a:r>
              <a:rPr lang="en-US" sz="1200" dirty="0" b="0">
                <a:latin typeface="Open Sans" pitchFamily="2" charset="0"/>
                <a:ea typeface="Open Sans" pitchFamily="2" charset="0"/>
                <a:cs typeface="Open Sans" pitchFamily="2" charset="0"/>
              </a:rPr>
              <a:t>Initially, scientists suspected diseases or parasites might be killing the bees. However, when researchers examined the abandoned hives, they found healthy queens and larvae, suggesting the worker bees had left voluntarily rather than died from illness.</a:t>
            </a:r>
          </a:p>
          <a:p/>
          <a:p>
            <a:r>
              <a:rPr lang="en-US" sz="1200" dirty="0" b="0">
                <a:latin typeface="Open Sans" pitchFamily="2" charset="0"/>
                <a:ea typeface="Open Sans" pitchFamily="2" charset="0"/>
                <a:cs typeface="Open Sans" pitchFamily="2" charset="0"/>
              </a:rPr>
              <a:t>After years of investigation, scientists have identified several potential causes. Pesticides called neonicotinoids may disorient bees and affect their ability to navigate back to their hives. Climate change has altered flowering patterns, reducing the availability of nectar and pollen. Additionally, habitat loss has eliminated many of the wild spaces where bees traditionally foraged.</a:t>
            </a:r>
          </a:p>
          <a:p/>
          <a:p>
            <a:r>
              <a:rPr lang="en-US" sz="1200" dirty="0" b="0">
                <a:latin typeface="Open Sans" pitchFamily="2" charset="0"/>
                <a:ea typeface="Open Sans" pitchFamily="2" charset="0"/>
                <a:cs typeface="Open Sans" pitchFamily="2" charset="0"/>
              </a:rPr>
              <a:t>Recent studies also point to stress as a major factor. Modern beekeeping practices often involve transporting hives across long distances to pollinate different crops. This constant movement may weaken bee colonies and make them more vulnerable to other threats.</a:t>
            </a:r>
          </a:p>
          <a:p/>
          <a:p>
            <a:r>
              <a:rPr lang="en-US" sz="1200" dirty="0" b="0">
                <a:latin typeface="Open Sans" pitchFamily="2" charset="0"/>
                <a:ea typeface="Open Sans" pitchFamily="2" charset="0"/>
                <a:cs typeface="Open Sans" pitchFamily="2" charset="0"/>
              </a:rPr>
              <a:t>Despite the challenges, there is hope. Some beekeepers have reported success using organic practices and providing diverse flowering plants near their hives. Rese</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1">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1. What evidence does the text provide to show that Colony Collapse Disorder is a serious problem?</a:t>
            </a:r>
          </a:p>
          <a:p>
            <a:r>
              <a:rPr lang="en-US" sz="1200" dirty="0" b="0">
                <a:latin typeface="Open Sans" pitchFamily="2" charset="0"/>
                <a:ea typeface="Open Sans" pitchFamily="2" charset="0"/>
                <a:cs typeface="Open Sans" pitchFamily="2" charset="0"/>
              </a:rPr>
              <a:t>2. Based on the information given, why do scientists believe worker bees leave their hives voluntarily?</a:t>
            </a:r>
          </a:p>
          <a:p>
            <a:r>
              <a:rPr lang="en-US" sz="1200" dirty="0" b="0">
                <a:latin typeface="Open Sans" pitchFamily="2" charset="0"/>
                <a:ea typeface="Open Sans" pitchFamily="2" charset="0"/>
                <a:cs typeface="Open Sans" pitchFamily="2" charset="0"/>
              </a:rPr>
              <a:t>3. What can you infer about the relationship between bees and human food production?</a:t>
            </a:r>
          </a:p>
          <a:p>
            <a:r>
              <a:rPr lang="en-US" sz="1200" dirty="0" b="0">
                <a:latin typeface="Open Sans" pitchFamily="2" charset="0"/>
                <a:ea typeface="Open Sans" pitchFamily="2" charset="0"/>
                <a:cs typeface="Open Sans" pitchFamily="2" charset="0"/>
              </a:rPr>
              <a:t>4. How do the multiple causes mentioned in the text work together to create this problem?</a:t>
            </a:r>
          </a:p>
          <a:p/>
          <a:p>
            <a:r>
              <a:rPr lang="en-US" sz="1200" dirty="0" b="1">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Colony Collapse Disorder: phenomenon where worker bees mysteriously abandon their hives</a:t>
            </a:r>
          </a:p>
          <a:p>
            <a:r>
              <a:rPr lang="en-US" sz="1200" dirty="0" b="0">
                <a:latin typeface="Open Sans" pitchFamily="2" charset="0"/>
                <a:ea typeface="Open Sans" pitchFamily="2" charset="0"/>
                <a:cs typeface="Open Sans" pitchFamily="2" charset="0"/>
              </a:rPr>
              <a:t>• Entomologist: scientist who studies insects and their behavior</a:t>
            </a:r>
          </a:p>
          <a:p>
            <a:r>
              <a:rPr lang="en-US" sz="1200" dirty="0" b="0">
                <a:latin typeface="Open Sans" pitchFamily="2" charset="0"/>
                <a:ea typeface="Open Sans" pitchFamily="2" charset="0"/>
                <a:cs typeface="Open Sans" pitchFamily="2" charset="0"/>
              </a:rPr>
              <a:t>• Pollinate: process of transferring pollen between flowers to enable plant reproduction</a:t>
            </a:r>
          </a:p>
          <a:p>
            <a:r>
              <a:rPr lang="en-US" sz="1200" dirty="0" b="0">
                <a:latin typeface="Open Sans" pitchFamily="2" charset="0"/>
                <a:ea typeface="Open Sans" pitchFamily="2" charset="0"/>
                <a:cs typeface="Open Sans" pitchFamily="2" charset="0"/>
              </a:rPr>
              <a:t>• Neonicotinoids: type of pesticide that may harm bees' navigation abilities</a:t>
            </a:r>
          </a:p>
          <a:p>
            <a:r>
              <a:rPr lang="en-US" sz="1200" dirty="0" b="0">
                <a:latin typeface="Open Sans" pitchFamily="2" charset="0"/>
                <a:ea typeface="Open Sans" pitchFamily="2" charset="0"/>
                <a:cs typeface="Open Sans" pitchFamily="2" charset="0"/>
              </a:rPr>
              <a:t>• Foraged: searched for food in the wild environment</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
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70" r:id="rId2"/>
    <p:sldId id="271" r:id="rId3"/>
    <p:sldId id="272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it_Tic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{{EXIT_TICKETS_HEADER}}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85165" y="2028918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{{EXIT_TICKETS_OBJECTIVES}}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85165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{{EXIT_TICKETS_DIRECTIONS}}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594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4537793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3566158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{{EXIT_TICKET_TITLE_1}}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3927906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{{EXIT_TICKET_QUESTION_CONTENT_1}}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6516853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{{EXIT_TICKET_LINES_FOR_ANSWER_2}}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5545218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{{EXIT_TICKET_TITLE_2}}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5906966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{{EXIT_TICKET_QUESTION_CONTENT_2}}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894" y="8495911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{{EXIT_TICKET_LINES_FOR_ANSWER_3}}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6894" y="7524278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{{EXIT_TICKET_TITLE_3}}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676894" y="7886025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{{EXIT_TICKET_QUESTION_CONTENT_3}}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82815" y="1613687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5845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xit_Tic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894" y="1768946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{{EXIT_TICKET_LINES_FOR_ANSWER_4}}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894" y="810927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{{EXIT_TICKET_TITLE_4}}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894" y="1165867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{{EXIT_TICKET_QUESTION_CONTENT_4}}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894" y="3727581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{{EXIT_TICKET_LINES_FOR_ANSWER_5}}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894" y="2769564"/>
            <a:ext cx="6417342" cy="245717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{{EXIT_TICKET_TITLE_5}}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894" y="3124504"/>
            <a:ext cx="6417342" cy="493856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{{EXIT_TICKET_QUESTION_CONTENT_5}}</a:t>
            </a:r>
          </a:p>
        </p:txBody>
      </p:sp>
    </p:spTree>
    <p:extLst>
      <p:ext uri="{BB962C8B-B14F-4D97-AF65-F5344CB8AC3E}">
        <p14:creationId xmlns:p14="http://schemas.microsoft.com/office/powerpoint/2010/main" val="3086006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xit_Ticket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165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{{EXIT_TICKETS_HEADER}}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8317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6719" y="2953308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6719" y="2110334"/>
            <a:ext cx="6417342" cy="245717"/>
          </a:xfrm>
        </p:spPr>
        <p:txBody>
          <a:bodyPr>
            <a:noAutofit/>
          </a:bodyPr>
          <a:lstStyle>
            <a:lvl1pPr algn="ctr">
              <a:defRPr sz="16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{{EXIT_TICKETS_ANSWER_KEY_TITLE}}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6719" y="2579843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{{EXIT_TICKETS_SAMPLE_ANSWER_TITLE_1}}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6719" y="4330246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{{EXIT_TICKETS_SAMPLE_ANSWER_CONTENT_2}}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6719" y="3956781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{{EXIT_TICKETS_SAMPLE_ANSWER_TITLE_2}}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6719" y="5707184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{{EXIT_TICKETS_SAMPLE_ANSWER_CONTENT_3}}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6719" y="5333719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{{EXIT_TICKETS_SAMPLE_ANSWER_TITLE_3}}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6719" y="7084122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{{EXIT_TICKETS_SAMPLE_ANSWER_CONTENT_4}}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676719" y="6710657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{{EXIT_TICKETS_SAMPLE_ANSWER_TITLE_4}}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32" hasCustomPrompt="1"/>
          </p:nvPr>
        </p:nvSpPr>
        <p:spPr>
          <a:xfrm>
            <a:off x="676719" y="8461056"/>
            <a:ext cx="6417342" cy="89139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{{EXIT_TICKETS_SAMPLE_ANSWER_CONTENT_5}}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676719" y="8087595"/>
            <a:ext cx="6417342" cy="261387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{{EXIT_TICKETS_SAMPLE_ANSWER_TITLE_5}}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165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{{EXIT_TICKETS_GRADE_INFO}}</a:t>
            </a:r>
          </a:p>
          <a:p>
            <a:pPr lvl="0"/>
            <a:endParaRPr lang="en-US" dirty="0" smtClean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682815" y="1613687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{{EXIT_TICKETS_STANDARD_INFO}}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297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633" y="167220"/>
            <a:ext cx="493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0184" y="179252"/>
            <a:ext cx="2701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893" y="835171"/>
            <a:ext cx="640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{{EXIT_TICKETS_HEADER}}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892" y="1270224"/>
            <a:ext cx="6417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{{EXIT_TICKETS_GRADE_INFO}}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891" y="1605110"/>
            <a:ext cx="6406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{{EXIT_TICKETS_STANDARD_INFO}}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891" y="2022860"/>
            <a:ext cx="641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Objectives: {{EXIT_TICKETS_OBJECTIVES}}</a:t>
            </a:r>
          </a:p>
          <a:p>
            <a:endParaRPr lang="en-US" sz="1200" dirty="0" smtClean="0"/>
          </a:p>
          <a:p>
            <a:endParaRPr lang="en-US" sz="12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676891" y="2721691"/>
            <a:ext cx="6406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Directions: {{EXIT_TICKETS_DIRECTIONS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6891" y="3559260"/>
            <a:ext cx="4596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{{EXIT_TICKET_TITLE_1}}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891" y="5529577"/>
            <a:ext cx="6417343" cy="274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EXIT_TICKET_TITLE_2}}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821" y="7510960"/>
            <a:ext cx="6435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EXIT_TICKET_TITLE_3}}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6891" y="3888998"/>
            <a:ext cx="641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{{EXIT_TICKET_QUESTION_CONTENT_1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891" y="5893969"/>
            <a:ext cx="641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EXIT_TICKET_QUESTION_CONTENT_2}}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6891" y="7884458"/>
            <a:ext cx="6417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EXIT_TICKET_QUESTION_CONTENT_3}}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891" y="4523914"/>
            <a:ext cx="6406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{{EXIT_TICKET_LINES_FOR_ANSWER_1}}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890" y="6505422"/>
            <a:ext cx="6406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EXIT_TICKET_LINES_FOR_ANSWER_2}}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6890" y="8495074"/>
            <a:ext cx="6417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EXIT_TICKET_LINES_FOR_ANSWER_3}}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5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76894" y="810927"/>
            <a:ext cx="6417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{{EXIT_TICKET_TITLE_4}}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6894" y="1140665"/>
            <a:ext cx="6417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{{EXIT_TICKET_QUESTION_CONTENT_4}}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6894" y="1775581"/>
            <a:ext cx="6417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{{EXIT_TICKET_LINES_FOR_ANSWER_4}}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894" y="2730131"/>
            <a:ext cx="64173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{{EXIT_TICKET_TITLE_5}}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895" y="3059869"/>
            <a:ext cx="6417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{{EXIT_TICKET_QUESTION_CONTENT_5}}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894" y="3694785"/>
            <a:ext cx="6417341" cy="829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{{EXIT_TICKET_LINES_FOR_ANSWER_5}}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484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98761" y="181386"/>
            <a:ext cx="4932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8310" y="180927"/>
            <a:ext cx="2701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893" y="835171"/>
            <a:ext cx="6406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{{EXIT_TICKETS_HEADER}}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892" y="1270224"/>
            <a:ext cx="6417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{{EXIT_TICKETS_GRADE_INFO}}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891" y="1605110"/>
            <a:ext cx="641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{{EXIT_TICKETS_STANDARD_INFO}}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6719" y="2063915"/>
            <a:ext cx="6417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600" b="1" dirty="0">
                <a:latin typeface="Montserrat" pitchFamily="2" charset="0"/>
              </a:rPr>
              <a:t>{{EXIT_TICKETS_ANSWER_KEY_TITLE}}</a:t>
            </a:r>
            <a:endParaRPr lang="en-US" sz="1600" b="1" dirty="0">
              <a:latin typeface="Montserrat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6719" y="2564232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{{EXIT_TICKETS_SAMPLE_ANSWER_TITLE_1}}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6719" y="2893969"/>
            <a:ext cx="6417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{{EXIT_TICKETS_SAMPLE_ANSWER_CONTENT_1}}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718" y="3909632"/>
            <a:ext cx="641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{{EXIT_TICKETS_SAMPLE_ANSWER_TITLE_2}}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6718" y="4298705"/>
            <a:ext cx="6417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{{EXIT_TICKETS_SAMPLE_ANSWER_CONTENT_2}}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6718" y="5318108"/>
            <a:ext cx="641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{{EXIT_TICKETS_SAMPLE_ANSWER_TITLE_3}}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6718" y="5687265"/>
            <a:ext cx="6417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/>
              <a:t>{{</a:t>
            </a: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EXIT_TICKETS_SAMPLE_ANSWER_CONTENT_3</a:t>
            </a:r>
            <a:r>
              <a:rPr lang="en-US" sz="1200" dirty="0"/>
              <a:t>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4757" y="6695046"/>
            <a:ext cx="6459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 smtClean="0"/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EXIT_TICKETS_SAMPLE_ANSWER_TITLE_4</a:t>
            </a:r>
            <a:r>
              <a:rPr lang="en-US" sz="1200" b="1" dirty="0" smtClean="0"/>
              <a:t>}}</a:t>
            </a:r>
            <a:endParaRPr lang="en-US" sz="12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670853" y="7062014"/>
            <a:ext cx="642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{{EXIT_TICKETS_SAMPLE_ANSWER_CONTENT_4}}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0853" y="8079788"/>
            <a:ext cx="6423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{{EXIT_TICKETS_SAMPLE_ANSWER_TITLE_5}}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0853" y="8461056"/>
            <a:ext cx="6423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{{EXIT_TICKETS_SAMPLE_ANSWER_CONTENT_5}}</a:t>
            </a: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098045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1184</TotalTime>
  <Words>130</Words>
  <Application>Microsoft Office PowerPoint</Application>
  <PresentationFormat>Custom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Montserrat</vt:lpstr>
      <vt:lpstr>Open Sans</vt:lpstr>
      <vt:lpstr>Arial</vt:lpstr>
      <vt:lpstr>Calibri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71</cp:revision>
  <dcterms:created xsi:type="dcterms:W3CDTF">2026-01-31T07:59:54Z</dcterms:created>
  <dcterms:modified xsi:type="dcterms:W3CDTF">2026-03-20T14:21:15Z</dcterms:modified>
</cp:coreProperties>
</file>
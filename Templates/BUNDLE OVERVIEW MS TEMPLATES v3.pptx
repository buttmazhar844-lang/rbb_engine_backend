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56" r:id="rId2"/>
    <p:sldId id="257" r:id="rId3"/>
  </p:sldIdLst>
  <p:sldSz cx="7772400" cy="10058400"/>
  <p:notesSz cx="6858000" cy="9144000"/>
  <p:embeddedFontLst>
    <p:embeddedFont>
      <p:font typeface="Montserrat" pitchFamily="2" charset="0"/>
      <p:regular r:id="rId4"/>
      <p:bold r:id="rId5"/>
      <p:italic r:id="rId6"/>
      <p:boldItalic r:id="rId7"/>
    </p:embeddedFont>
    <p:embeddedFont>
      <p:font typeface="Open Sans" pitchFamily="2" charset="0"/>
      <p:regular r:id="rId8"/>
      <p:bold r:id="rId9"/>
      <p:italic r:id="rId10"/>
      <p:boldItalic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ndle_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808650"/>
            <a:ext cx="6400800" cy="39091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{{BUNDLE_OVERVIEW_HEADER}}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7529" y="2079591"/>
            <a:ext cx="6417342" cy="225460"/>
          </a:xfrm>
        </p:spPr>
        <p:txBody>
          <a:bodyPr>
            <a:normAutofit/>
          </a:bodyPr>
          <a:lstStyle>
            <a:lvl1pPr algn="l"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{{STANDARD_ALIGNMENT_TITLE}}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1283901"/>
            <a:ext cx="6400800" cy="259891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{{BUNDLE_OVERVIEW_GRADE_INFO}}</a:t>
            </a:r>
          </a:p>
          <a:p>
            <a:pPr lvl="0"/>
            <a:endParaRPr lang="en-US" dirty="0" smtClean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3567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7529" y="2378040"/>
            <a:ext cx="6417342" cy="807040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{{STANDARD_ALIGNMENT_CONTENT}}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7529" y="3314027"/>
            <a:ext cx="6417342" cy="225460"/>
          </a:xfrm>
        </p:spPr>
        <p:txBody>
          <a:bodyPr>
            <a:normAutofit/>
          </a:bodyPr>
          <a:lstStyle>
            <a:lvl1pPr algn="l"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{{STANDARD_BREAKDOWN_TITLE}}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7529" y="3612476"/>
            <a:ext cx="6417342" cy="1722583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{{STANDARD_BREAKDOWN_CONTENT}}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7529" y="5482614"/>
            <a:ext cx="6417342" cy="225460"/>
          </a:xfrm>
        </p:spPr>
        <p:txBody>
          <a:bodyPr>
            <a:normAutofit/>
          </a:bodyPr>
          <a:lstStyle>
            <a:lvl1pPr algn="l"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{{WHATS_INCLUDED_TITLE}}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7529" y="5781063"/>
            <a:ext cx="6417342" cy="1828909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{{WHATS_INCLUDED_CONTENT}}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7529" y="7739656"/>
            <a:ext cx="6417342" cy="225460"/>
          </a:xfrm>
        </p:spPr>
        <p:txBody>
          <a:bodyPr>
            <a:normAutofit/>
          </a:bodyPr>
          <a:lstStyle>
            <a:lvl1pPr algn="l"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{{LEARNING_OBJECTIVES_TITLE}}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7529" y="8038105"/>
            <a:ext cx="6417342" cy="1329179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{{LEARNING_OBJECTIVES_CONTENT}}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682815" y="1615541"/>
            <a:ext cx="6400800" cy="259891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{{BUNDLE_OVERVIEW_STANDARD_INFO}}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201826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ndle_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7529" y="824946"/>
            <a:ext cx="6417342" cy="225460"/>
          </a:xfrm>
        </p:spPr>
        <p:txBody>
          <a:bodyPr>
            <a:normAutofit/>
          </a:bodyPr>
          <a:lstStyle>
            <a:lvl1pPr algn="l"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{{SUGGESTED_PACING_TITLE}}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77529" y="1123395"/>
            <a:ext cx="6417342" cy="1439052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{{SUGGESTED_PACING_CONTENT}}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7529" y="2784885"/>
            <a:ext cx="6417342" cy="225460"/>
          </a:xfrm>
        </p:spPr>
        <p:txBody>
          <a:bodyPr>
            <a:normAutofit/>
          </a:bodyPr>
          <a:lstStyle>
            <a:lvl1pPr algn="l"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{{MATERIALS_NEEDED_TITLE}}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7529" y="3083334"/>
            <a:ext cx="6417342" cy="1722583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{{MATERIALS_NEEDED_CONTENT}}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7529" y="5076094"/>
            <a:ext cx="6417342" cy="239236"/>
          </a:xfrm>
        </p:spPr>
        <p:txBody>
          <a:bodyPr>
            <a:normAutofit/>
          </a:bodyPr>
          <a:lstStyle>
            <a:lvl1pPr algn="l"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{{DIFFERENTIATION_TIPS_TITLE}}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7529" y="5374543"/>
            <a:ext cx="6417342" cy="1940657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{{DIFFERENTIATION_TIPS_CONTENT}}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7529" y="7558899"/>
            <a:ext cx="6417342" cy="225460"/>
          </a:xfrm>
        </p:spPr>
        <p:txBody>
          <a:bodyPr>
            <a:normAutofit/>
          </a:bodyPr>
          <a:lstStyle>
            <a:lvl1pPr algn="l"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{{ASSESSMENT_OVERVIEW_TITLE}}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7529" y="7857348"/>
            <a:ext cx="6417342" cy="1456773"/>
          </a:xfrm>
        </p:spPr>
        <p:txBody>
          <a:bodyPr/>
          <a:lstStyle>
            <a:lvl1pPr algn="l">
              <a:defRPr b="0"/>
            </a:lvl1pPr>
          </a:lstStyle>
          <a:p>
            <a:pPr lvl="0"/>
            <a:r>
              <a:rPr lang="en-US" dirty="0" smtClean="0"/>
              <a:t>{{ASSESSMENT_OVERVIEW_CONTENT}}</a:t>
            </a:r>
          </a:p>
        </p:txBody>
      </p:sp>
    </p:spTree>
    <p:extLst>
      <p:ext uri="{BB962C8B-B14F-4D97-AF65-F5344CB8AC3E}">
        <p14:creationId xmlns:p14="http://schemas.microsoft.com/office/powerpoint/2010/main" val="15411389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99563" y="815467"/>
            <a:ext cx="638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{{BUNDLE_OVERVIEW_HEADER</a:t>
            </a:r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}}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9563" y="1241513"/>
            <a:ext cx="6384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{{BUNDLE_OVERVIEW_GRADE_INFO</a:t>
            </a:r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7529" y="1559394"/>
            <a:ext cx="6384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{{BUNDLE_OVERVIEW_STANDARD_INFO}}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9570" y="2053821"/>
            <a:ext cx="6428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{{STANDARD_ALIGNMENT_TITLE</a:t>
            </a:r>
            <a:r>
              <a:rPr lang="en-US" sz="1200" b="1" dirty="0" smtClean="0">
                <a:solidFill>
                  <a:schemeClr val="accent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7529" y="2378429"/>
            <a:ext cx="64503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{{STANDARD_ALIGNMENT_CONTENT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6520" y="3306059"/>
            <a:ext cx="646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{{STANDARD_BREAKDOWN_TITLE}}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7537" y="3612476"/>
            <a:ext cx="64503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{{STANDARD_BREAKDOWN_CONTENT}}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6520" y="5456846"/>
            <a:ext cx="646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{{WHATS_INCLUDED_TITLE}}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6519" y="5733845"/>
            <a:ext cx="64283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{{WHATS_INCLUDED_CONTENT}}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2024" y="7739657"/>
            <a:ext cx="64558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{{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LEARNING_OBJECTIVES_TITLE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}}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1492" y="8053489"/>
            <a:ext cx="64000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{{LEARNING_OBJECTIVES_CONTENT}}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12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77529" y="787183"/>
            <a:ext cx="6417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{{SUGGESTED_PACING_TITLE}}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7527" y="1123395"/>
            <a:ext cx="6417344" cy="143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{{SUGGESTED_PACING_CONTENT}}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7527" y="2759116"/>
            <a:ext cx="641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{{MATERIALS_NEEDED_TITLE}}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7527" y="3083334"/>
            <a:ext cx="64173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{{MATERIALS_NEEDED_CONTENT}}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7527" y="5039999"/>
            <a:ext cx="641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{{DIFFERENTIATION_TIPS_TITLE}}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7525" y="5359422"/>
            <a:ext cx="6417345" cy="1955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{{DIFFERENTIATION_TIPS_CONTENT}}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7526" y="7543854"/>
            <a:ext cx="641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{{ASSESSMENT_OVERVIEW_TITLE}}</a:t>
            </a:r>
            <a:endParaRPr lang="en-US" sz="1200" b="1" dirty="0">
              <a:solidFill>
                <a:schemeClr val="accent1">
                  <a:lumMod val="50000"/>
                </a:schemeClr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7524" y="7857348"/>
            <a:ext cx="64173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{{ASSESSMENT_OVERVIEW_CONTENT}}</a:t>
            </a: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/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84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1549</TotalTime>
  <Words>57</Words>
  <Application>Microsoft Office PowerPoint</Application>
  <PresentationFormat>Custom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Montserrat</vt:lpstr>
      <vt:lpstr>Open Sans</vt:lpstr>
      <vt:lpstr>Arial</vt:lpstr>
      <vt:lpstr>Calibri</vt:lpstr>
      <vt:lpstr>Reading passage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73</cp:revision>
  <dcterms:created xsi:type="dcterms:W3CDTF">2026-01-31T07:59:54Z</dcterms:created>
  <dcterms:modified xsi:type="dcterms:W3CDTF">2026-03-20T13:18:37Z</dcterms:modified>
</cp:coreProperties>
</file>
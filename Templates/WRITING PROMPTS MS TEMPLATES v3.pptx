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8" r:id="rId2"/>
    <p:sldId id="269" r:id="rId3"/>
  </p:sldIdLst>
  <p:sldSz cx="7772400" cy="10058400"/>
  <p:notesSz cx="6858000" cy="9144000"/>
  <p:embeddedFontLst>
    <p:embeddedFont>
      <p:font typeface="Montserrat" pitchFamily="2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Open Sans" pitchFamily="2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riting_Prom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{{WRITING_PROMPT_PACK_HEADER}}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3559473"/>
            <a:ext cx="6417342" cy="486719"/>
          </a:xfrm>
          <a:prstGeom prst="rect">
            <a:avLst/>
          </a:prstGeo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{{WRITING_PROMPT_PACK_TITLE}}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{{WRITING_PROMPT_PACK_GRADE_INFO}}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{{WRITING_PROMPT_PACK_OBJECTIVES}}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{{WRITING_PROMPT_PACK_DIRECTIONS}}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47552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549733"/>
            <a:ext cx="6417342" cy="1316904"/>
          </a:xfrm>
          <a:prstGeom prst="rect">
            <a:avLst/>
          </a:prstGeo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{{WRITING_PROMPT_CONTENT_1}}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4203835"/>
            <a:ext cx="6417342" cy="245717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{{WRITING_PROMPT_TITLE_1}}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6312716"/>
            <a:ext cx="6417342" cy="1316904"/>
          </a:xfrm>
          <a:prstGeom prst="rect">
            <a:avLst/>
          </a:prstGeo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{{WRITING_PROMPT_CONTENT_2}}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5966818"/>
            <a:ext cx="6417342" cy="245717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{{WRITING_PROMPT_TITLE_2}}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8075698"/>
            <a:ext cx="6417342" cy="1316904"/>
          </a:xfrm>
          <a:prstGeom prst="rect">
            <a:avLst/>
          </a:prstGeo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{{WRITING_PROMPT_CONTENT_3}}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6894" y="7729801"/>
            <a:ext cx="6417342" cy="245717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{{WRITING_PROMPT_TITLE_3}}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682815" y="1602334"/>
            <a:ext cx="6400800" cy="2710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{{WRITING_PROMPT_PACK_STANDARD_INFO}}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17121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riting_Prompt_Exemp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{{WRITING_PROMPT_PACK_HEADER}}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2222093"/>
            <a:ext cx="6417342" cy="298449"/>
          </a:xfrm>
          <a:prstGeom prst="rect">
            <a:avLst/>
          </a:prstGeom>
        </p:spPr>
        <p:txBody>
          <a:bodyPr/>
          <a:lstStyle>
            <a:lvl1pPr algn="ctr">
              <a:defRPr sz="1600" b="1"/>
            </a:lvl1pPr>
          </a:lstStyle>
          <a:p>
            <a:pPr lvl="0"/>
            <a:r>
              <a:rPr lang="en-US" dirty="0" smtClean="0"/>
              <a:t>{{WRITING_EXEMPLAR_TITLE}}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47552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3075708"/>
            <a:ext cx="6417342" cy="6296891"/>
          </a:xfrm>
          <a:prstGeom prst="rect">
            <a:avLst/>
          </a:prstGeo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{{WRITING_EXEMPLAR_CONTENT}}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2616290"/>
            <a:ext cx="6417342" cy="245717"/>
          </a:xfrm>
          <a:prstGeom prst="rect">
            <a:avLst/>
          </a:prstGeo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{{WRITING_EXEMPLAR_SUBTITLE}}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{{WRITING_PROMPT_PACK_GRADE_INFO}}</a:t>
            </a:r>
          </a:p>
          <a:p>
            <a:pPr lvl="0"/>
            <a:endParaRPr lang="en-US" dirty="0" smtClean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682815" y="1602334"/>
            <a:ext cx="6400800" cy="2710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{{WRITING_PROMPT_PACK_STANDARD_INFO}}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180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663" y="163860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04875" y="163040"/>
            <a:ext cx="2642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895" y="816706"/>
            <a:ext cx="640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{{WRITING_PROMPT_PACK_HEADER}}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6894" y="1228093"/>
            <a:ext cx="640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{{WRITING_PROMPT_PACK_GRADE_INFO}}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484" y="1543245"/>
            <a:ext cx="640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{{WRITING_PROMPT_PACK_STANDARD_INFO}}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518" y="2019210"/>
            <a:ext cx="640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Objectives: {{WRITING_PROMPT_PACK_OBJECTIVES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5540" y="2713126"/>
            <a:ext cx="640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Directions: {{WRITING_PROMPT_PACK_DIRECTIONS}}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2" y="3557838"/>
            <a:ext cx="6406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{{WRITING_PROMPT_PACK_TITLE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93825" y="4169708"/>
            <a:ext cx="6406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{{WRITING_PROMPT_TITLE_1}}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519" y="4548709"/>
            <a:ext cx="6406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{{WRITING_PROMPT_CONTENT_1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3825" y="5851040"/>
            <a:ext cx="6406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WRITING_PROMPT_TITLE_2}}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7519" y="6230041"/>
            <a:ext cx="6406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WRITING_PROMPT_CONTENT_2}}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0131" y="7634374"/>
            <a:ext cx="6406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WRITING_PROMPT_TITLE_3}}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3825" y="8013375"/>
            <a:ext cx="6406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WRITING_PROMPT_CONTENT_3}}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48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76896" y="816706"/>
            <a:ext cx="640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{{WRITING_PROMPT_PACK_HEADER}}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895" y="1228093"/>
            <a:ext cx="640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{{WRITING_PROMPT_PACK_GRADE_INFO}}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485" y="1543245"/>
            <a:ext cx="640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{{WRITING_PROMPT_PACK_STANDARD_INFO}}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832" y="2222599"/>
            <a:ext cx="6406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{{WRITING_EXEMPLAR_TITLE</a:t>
            </a:r>
            <a:r>
              <a:rPr lang="en-US" sz="16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  <a:endParaRPr lang="en-US" sz="16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5483" y="2597040"/>
            <a:ext cx="6406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{{WRITING_EXEMPLAR_SUBTITLE}}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479" y="3030172"/>
            <a:ext cx="640672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{{WRITING_EXEMPLAR_CONTENT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011676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1135</TotalTime>
  <Words>70</Words>
  <Application>Microsoft Office PowerPoint</Application>
  <PresentationFormat>Custom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Montserrat</vt:lpstr>
      <vt:lpstr>Calibri</vt:lpstr>
      <vt:lpstr>Arial</vt:lpstr>
      <vt:lpstr>Open Sans</vt:lpstr>
      <vt:lpstr>Reading passage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75</cp:revision>
  <dcterms:created xsi:type="dcterms:W3CDTF">2026-01-31T07:59:54Z</dcterms:created>
  <dcterms:modified xsi:type="dcterms:W3CDTF">2026-03-21T13:23:19Z</dcterms:modified>
</cp:coreProperties>
</file>
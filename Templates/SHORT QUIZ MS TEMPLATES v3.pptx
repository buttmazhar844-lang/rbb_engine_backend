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73" r:id="rId2"/>
    <p:sldId id="274" r:id="rId3"/>
    <p:sldId id="275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9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{{SHORT_QUIZ_HEADER}}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5387"/>
            <a:ext cx="6400800" cy="269569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1589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{{SHORT_QUIZ_OBJECTIVES}}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45755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{{SHORT_QUIZ_DIRECTIONS}}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119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3669085"/>
            <a:ext cx="6417342" cy="1335049"/>
          </a:xfrm>
        </p:spPr>
        <p:txBody>
          <a:bodyPr/>
          <a:lstStyle>
            <a:lvl1pPr algn="l">
              <a:defRPr b="0" i="0" baseline="0"/>
            </a:lvl1pPr>
          </a:lstStyle>
          <a:p>
            <a:pPr lvl="0"/>
            <a:r>
              <a:rPr lang="en-US" dirty="0" smtClean="0"/>
              <a:t>{{SHORT_QUIZ_QUESTION_CONTENT_1}}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5112562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{{SHORT_QUIZ_QUESTION_CONTENT_2}}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6556039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{{SHORT_QUIZ_QUESTION_CONTENT_3}}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7999516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{{SHORT_QUIZ_QUESTION_CONTENT_4}}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82815" y="1588144"/>
            <a:ext cx="6400800" cy="269569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2305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811585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{{SHORT_QUIZ_QUESTION_CONTENT_5}}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2255062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{{SHORT_QUIZ_QUESTION_CONTENT_6}}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3698539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{{SHORT_QUIZ_QUESTION_CONTENT_7}}</a:t>
            </a:r>
          </a:p>
        </p:txBody>
      </p:sp>
    </p:spTree>
    <p:extLst>
      <p:ext uri="{BB962C8B-B14F-4D97-AF65-F5344CB8AC3E}">
        <p14:creationId xmlns:p14="http://schemas.microsoft.com/office/powerpoint/2010/main" val="1878775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ocabulary_Quiz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2017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{{SHORT_QUIZ_HEADER}}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63746" y="2200555"/>
            <a:ext cx="6417342" cy="278604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{{SHORT_QUIZ_ANSWER_KEY_TITLE}}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17" y="1285338"/>
            <a:ext cx="6400800" cy="324244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{{SHORT_QUIZ_GRADE_INFO}}</a:t>
            </a:r>
          </a:p>
          <a:p>
            <a:pPr lvl="0"/>
            <a:endParaRPr lang="en-US" dirty="0" smtClean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2090053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63746" y="278150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63746" y="355604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63746" y="433057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63746" y="510511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{{SHORT_QUIZ_ANSWER_CONTENT_4}}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63746" y="587964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{{SHORT_QUIZ_ANSWER_CONTENT_5}}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63746" y="665418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{{SHORT_QUIZ_ANSWER_CONTENT_6}}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63746" y="7428719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{{SHORT_QUIZ_ANSWER_CONTENT_7}}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675621" y="1676707"/>
            <a:ext cx="6400800" cy="324244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64771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695" y="159557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32682" y="159557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6894" y="831658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4544" y="1208617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8623" y="149510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8623" y="202696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{{SHORT_QUIZ_OBJECTIVES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1800" y="2776500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{{SHORT_QUIZ_DIRECTIONS}}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8622" y="3657461"/>
            <a:ext cx="64322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{{SHORT_QUIZ_QUESTION_CONTENT_1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3576" y="5102858"/>
            <a:ext cx="64173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{{SHORT_QUIZ_QUESTION_CONTENT_2}}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6586" y="653106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SHORT_QUIZ_QUESTION_CONTENT_3}}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3576" y="7990866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SHORT_QUIZ_QUESTION_CONTENT_4}}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8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71541" y="81158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SHORT_QUIZ_QUESTION_CONTENT_5}}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967" y="2241212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SHORT_QUIZ_QUESTION_CONTENT_6}}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9" y="373463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SHORT_QUIZ_QUESTION_CONTENT_7}}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58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2017" y="821898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17" y="1285135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3746" y="1677954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{{SHORT_QUIZ_STANDARD_INFO}}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3766" y="2191823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latin typeface="Montserrat" pitchFamily="2" charset="0"/>
              </a:rPr>
              <a:t>{{SHORT_QUIZ_ANSWER_KEY_TITLE}}</a:t>
            </a:r>
            <a:endParaRPr lang="en-US" sz="1600" b="1" dirty="0"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17" y="2672892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{{SHORT_QUIZ_ANSWER_CONTENT_1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017" y="3588250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SHORT_QUIZ_ANSWER_CONTENT_2}}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017" y="4503608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SHORT_QUIZ_ANSWER_CONTENT_3}}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3746" y="5418966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SHORT_QUIZ_ANSWER_CONTENT_4}}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17" y="6334324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SHORT_QUIZ_ANSWER_CONTENT_5}}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017" y="7249682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SHORT_QUIZ_ANSWER_CONTENT_6}}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3746" y="8165040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SHORT_QUIZ_ANSWER_CONTENT_7}}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723001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1120</TotalTime>
  <Words>85</Words>
  <Application>Microsoft Office PowerPoint</Application>
  <PresentationFormat>Custom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Montserrat</vt:lpstr>
      <vt:lpstr>Arial</vt:lpstr>
      <vt:lpstr>Open Sans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68</cp:revision>
  <dcterms:created xsi:type="dcterms:W3CDTF">2026-01-31T07:59:54Z</dcterms:created>
  <dcterms:modified xsi:type="dcterms:W3CDTF">2026-03-21T12:34:00Z</dcterms:modified>
</cp:coreProperties>
</file>
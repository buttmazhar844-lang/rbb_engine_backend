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58" r:id="rId2"/>
    <p:sldId id="259" r:id="rId3"/>
    <p:sldId id="260" r:id="rId4"/>
    <p:sldId id="261" r:id="rId5"/>
  </p:sldIdLst>
  <p:sldSz cx="7772400" cy="10058400"/>
  <p:notesSz cx="6858000" cy="9144000"/>
  <p:embeddedFontLst>
    <p:embeddedFont>
      <p:font typeface="Montserrat" pitchFamily="2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pen Sans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9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cabulary_P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{{VOCABULARY_PACK_HEADER}}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559474"/>
            <a:ext cx="6417342" cy="278604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{{VOCABULARY_PACK_TITLE}}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{{VOCABULARY_PACK_GRADE_INFO}}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{{VOCABULARY_PACK_OBJECTIVES}}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{{VOCABULARY_PACK_DIRECTIONS}}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04307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4722886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{{VOCABULARY_PACK_SENTENCE_CONTENT_1}}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4382979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{{VOCABULARY_PACK_DEFINITION_CONTENT_1}}</a:t>
            </a:r>
          </a:p>
        </p:txBody>
      </p:sp>
      <p:sp>
        <p:nvSpPr>
          <p:cNvPr id="5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5393197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{{VOCABUBLARY_PACK_WORD_2}}</a:t>
            </a:r>
          </a:p>
        </p:txBody>
      </p:sp>
      <p:sp>
        <p:nvSpPr>
          <p:cNvPr id="5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6073011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{{VOCABULARY_PACK_SENTENCE_CONTENT_2}}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573310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{{VOCABULARY_PACK_DEFINITION_CONTENT_2}}</a:t>
            </a:r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6894" y="674332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{{VOCABUBLARY_PACK_WORD_3}}</a:t>
            </a:r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7423136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{{VOCABULARY_PACK_SENTENCE_CONTENT_3}}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7083229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{{VOCABULARY_PACK_DEFINITION_CONTENT_3}}</a:t>
            </a:r>
          </a:p>
        </p:txBody>
      </p:sp>
      <p:sp>
        <p:nvSpPr>
          <p:cNvPr id="5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8093447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{{VOCABUBLARY_PACK_WORD_4}}</a:t>
            </a:r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8773261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{{VOCABULARY_PACK_SENTENCE_CONTENT_4}}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843335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{{VOCABULARY_PACK_DEFINITION_CONTENT_4}}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683184" y="1626305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{{VOCABULARY_PACK_STANDARD_INFO}}</a:t>
            </a:r>
          </a:p>
        </p:txBody>
      </p:sp>
    </p:spTree>
    <p:extLst>
      <p:ext uri="{BB962C8B-B14F-4D97-AF65-F5344CB8AC3E}">
        <p14:creationId xmlns:p14="http://schemas.microsoft.com/office/powerpoint/2010/main" val="1142902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ocabulary_P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770480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{{VOCABUBLARY_PACK_WORD_5}}</a:t>
            </a:r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1452988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{{VOCABULARY_PACK_SENTENCE_CONTENT_5}}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111173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{{VOCABULARY_PACK_DEFINITION_CONTENT_5}}</a:t>
            </a:r>
          </a:p>
        </p:txBody>
      </p:sp>
      <p:sp>
        <p:nvSpPr>
          <p:cNvPr id="5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2148710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{{VOCABUBLARY_PACK_WORD_6}}</a:t>
            </a:r>
          </a:p>
        </p:txBody>
      </p:sp>
      <p:sp>
        <p:nvSpPr>
          <p:cNvPr id="5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2831218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{{VOCABULARY_PACK_SENTENCE_CONTENT_6}}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248996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{{VOCABULARY_PACK_DEFINITION_CONTENT_6}}</a:t>
            </a:r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6894" y="353897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{{VOCABUBLARY_PACK_WORD_7}}</a:t>
            </a:r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4221480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{{VOCABULARY_PACK_SENTENCE_CONTENT_7}}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3880226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{{VOCABULARY_PACK_DEFINITION_CONTENT_7}}</a:t>
            </a:r>
          </a:p>
        </p:txBody>
      </p:sp>
      <p:sp>
        <p:nvSpPr>
          <p:cNvPr id="5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4929234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{{VOCABUBLARY_PACK_WORD_8}}</a:t>
            </a:r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5611742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{{VOCABULARY_PACK_SENTENCE_CONTENT_8}}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5270488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{{VOCABULARY_PACK_DEFINITION_CONTENT_8}}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894" y="6319496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{{VOCABUBLARY_PACK_WORD_9}}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894" y="7002004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{{VOCABULARY_PACK_SENTENCE_CONTENT_9}}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676894" y="662465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{{VOCABULARY_PACK_DEFINITION_CONTENT_9}}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676894" y="7709758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{{VOCABUBLARY_PACK_WORD_10}}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676894" y="8392264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{{VOCABULARY_PACK_SENTENCE_CONTENT_10}}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5" hasCustomPrompt="1"/>
          </p:nvPr>
        </p:nvSpPr>
        <p:spPr>
          <a:xfrm>
            <a:off x="676894" y="8051012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{{VOCABULARY_PACK_DEFINITION_CONTENT_10}}</a:t>
            </a:r>
          </a:p>
        </p:txBody>
      </p:sp>
    </p:spTree>
    <p:extLst>
      <p:ext uri="{BB962C8B-B14F-4D97-AF65-F5344CB8AC3E}">
        <p14:creationId xmlns:p14="http://schemas.microsoft.com/office/powerpoint/2010/main" val="35783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ocabulary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780647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{{VOCABULARY_QUIZ_HEADER}}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160929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1194972"/>
            <a:ext cx="6417342" cy="278604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{{VOCABULARY_QUIZ_DIRECTION}}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292708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{VOCABULARY_QUIZ_QUESTION_CONTENT_2}}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424487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{VOCABULARY_QUIZ_QUESTION_CONTENT_3}}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556266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{VOCABULARY_QUIZ_QUESTION_CONTENT_4}}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688045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{VOCABULARY_QUIZ_QUESTION_CONTENT_5}}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8198249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{VOCABULARY_QUIZ_QUESTION_CONTENT_6}}</a:t>
            </a:r>
          </a:p>
        </p:txBody>
      </p:sp>
    </p:spTree>
    <p:extLst>
      <p:ext uri="{BB962C8B-B14F-4D97-AF65-F5344CB8AC3E}">
        <p14:creationId xmlns:p14="http://schemas.microsoft.com/office/powerpoint/2010/main" val="2290430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ocabulary_Quiz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606" y="808650"/>
            <a:ext cx="6400800" cy="390912"/>
          </a:xfrm>
        </p:spPr>
        <p:txBody>
          <a:bodyPr>
            <a:normAutofit/>
          </a:bodyPr>
          <a:lstStyle>
            <a:lvl1pPr>
              <a:defRPr sz="180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{{VOCABULARY_PACK_HEADER}}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335" y="2121381"/>
            <a:ext cx="6417342" cy="278604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{{VOCABULARY_QUIZ_ANSWER_KEY_TITLE}}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606" y="1283902"/>
            <a:ext cx="6400800" cy="208878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{{VOCABULARY_PACK_GRADE_INFO}}</a:t>
            </a:r>
          </a:p>
          <a:p>
            <a:pPr lvl="0"/>
            <a:endParaRPr lang="en-US" dirty="0" smtClean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119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2693202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335" y="309102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335" y="3488846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335" y="3886668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{{VOCABULARY_QUIZ_ANSWER_CONTENT_4}}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335" y="4284490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{{VOCABULARY_QUIZ_ANSWER_CONTENT_5}}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335" y="468231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{{VOCABULARY_QUIZ_ANSWER_CONTENT_6}}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677335" y="1598202"/>
            <a:ext cx="6400800" cy="208878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6559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19" y="196188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82604" y="191812"/>
            <a:ext cx="264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6894" y="812331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6642" y="1216031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{{VOCABULARY_PACK_GRADE_INFO}}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642" y="156073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{{VOCABULARY_PACK_STANDARD_INFO}}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642" y="201039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{{VOCABULARY_PACK_OBJECTIVES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6642" y="2775755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{{VOCABULARY_PACK_DIRECTIONS}}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6894" y="3566691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{{VOCABULARY_PACK_TITLE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737" y="4043072"/>
            <a:ext cx="6430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VOCABULARY_PACK_WORD_1</a:t>
            </a:r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642" y="4379621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{{VOCABULARY_PACK_DEFINITION_CONTENT_1}}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642" y="4699610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{{VOCABULARY_PACK_SENTENCE_CONTENT_1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9758" y="5374311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4663" y="5710860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VOCABULARY_PACK_DEFINITION_CONTENT_2}}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4663" y="6030849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VOCABULARY_PACK_SENTENCE_CONTENT_2}}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3767" y="6723198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VOCABULARY_PACK_WORD_3}}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78672" y="7059747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8672" y="737973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VOCABULARY_PACK_SENTENCE_CONTENT_3}}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1792" y="8079793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VOCABULARY_PACK_WORD_4}}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6697" y="8416342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VOCABULARY_PACK_DEFINITION_CONTENT_4}}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6697" y="8736331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VOCABULARY_PACK_SENTENCE_CONTENT_4}}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3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61738" y="742256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VOCABULARY_PACK_WORD_5}}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6643" y="1078805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VOCABULARY_PACK_DEFINITION_CONTENT_5}}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643" y="1398794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VOCABULARY_PACK_SENTENCE_CONTENT_5}}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798" y="214061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VOCABULARY_PACK_WORD_6}}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703" y="247716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VOCABULARY_PACK_DEFINITION_CONTENT_6}}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703" y="279715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VOCABULARY_PACK_SENTENCE_CONTENT_6}}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796" y="352856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VOCABULARY_PACK_WORD_7}}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701" y="386511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VOCABULARY_PACK_DEFINITION_CONTENT_7}}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701" y="418510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VOCABULARY_PACK_SENTENCE_CONTENT_7}}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3768" y="4930495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VOCABULARY_PACK_WORD_8}}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8673" y="5267044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VOCABULARY_PACK_DEFINITION_CONTENT_8}}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8673" y="5587033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VOCABULARY_PACK_SENTENCE_CONTENT_8}}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3763" y="6302088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VOCABULARY_PACK_WORD_9}}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8668" y="6638637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VOCABULARY_PACK_DEFINITION_CONTENT_9}}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8668" y="695862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VOCABULARY_PACK_SENTENCE_CONTENT_9}}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2925" y="771932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VOCABULARY_PACK_WORD_10}}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7830" y="805587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VOCABULARY_PACK_DEFINITION_CONTENT_10}}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7830" y="837586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VOCABULARY_PACK_SENTENCE_CONTENT_10}}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27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73772" y="791039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{{VOCABULARY_QUIZ_HEADER}}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772" y="117610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{{VOCABULARY_QUIZ_DIRECTION}}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743" y="1576531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{{VOCABULARY_QUIZ_QUESTION_CONTENT_1}}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671742" y="2900288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{{VOCABULARY_QUIZ_QUESTION_CONTENT_2}}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671742" y="4224045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{{VOCABULARY_QUIZ_QUESTION_CONTENT_3}}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671741" y="5547802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{{VOCABULARY_QUIZ_QUESTION_CONTENT_4}}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693774" y="6871559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{{VOCABULARY_QUIZ_QUESTION_CONTENT_5}}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693774" y="8195316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{{VOCABULARY_QUIZ_QUESTION_CONTENT_6}}</a:t>
            </a:r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  <a:p>
            <a:pPr lvl="0"/>
            <a:endParaRPr lang="en-US" sz="1200" dirty="0" smtClean="0"/>
          </a:p>
          <a:p>
            <a:pPr lvl="0"/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48919" y="196188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82604" y="191812"/>
            <a:ext cx="264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8923" y="781303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8671" y="118500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{{VOCABULARY_PACK_GRADE_INFO}}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671" y="1529705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{{VOCABULARY_PACK_STANDARD_INFO}}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691" y="2130699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latin typeface="Montserrat" pitchFamily="2" charset="0"/>
              </a:rPr>
              <a:t>{{VOCABULARY_QUIZ_ANSWER_KEY_TITLE}}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35" y="2777109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{{VOCABULARY_QUIZ_ANSWER_CONTENT_1}}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691" y="3121811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VOCABULARY_QUIZ_ANSWER_CONTENT_2}}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6691" y="3466513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VOCABULARY_QUIZ_ANSWER_CONTENT_3}}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6691" y="3811215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VOCABULARY_QUIZ_ANSWER_CONTENT_4}}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6691" y="4155917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VOCABULARY_QUIZ_ANSWER_CONTENT_5}}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7335" y="4500619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VOCABULARY_QUIZ_ANSWER_CONTENT_6}}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05900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</TotalTime>
  <Words>190</Words>
  <Application>Microsoft Office PowerPoint</Application>
  <PresentationFormat>Custom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Montserrat</vt:lpstr>
      <vt:lpstr>Calibri</vt:lpstr>
      <vt:lpstr>Arial</vt:lpstr>
      <vt:lpstr>Open Sans</vt:lpstr>
      <vt:lpstr>Reading passage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77</cp:revision>
  <dcterms:created xsi:type="dcterms:W3CDTF">2026-01-31T07:59:54Z</dcterms:created>
  <dcterms:modified xsi:type="dcterms:W3CDTF">2026-03-21T13:05:50Z</dcterms:modified>
</cp:coreProperties>
</file>
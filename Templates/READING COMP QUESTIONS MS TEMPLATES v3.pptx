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48" r:id="rId1"/>
  </p:sldMasterIdLst>
  <p:sldIdLst>
    <p:sldId id="265" r:id="rId2"/>
    <p:sldId id="266" r:id="rId3"/>
    <p:sldId id="267" r:id="rId4"/>
  </p:sldIdLst>
  <p:sldSz cx="7772400" cy="10058400"/>
  <p:notesSz cx="6858000" cy="9144000"/>
  <p:embeddedFontLst>
    <p:embeddedFont>
      <p:font typeface="Montserrat" pitchFamily="2" charset="0"/>
      <p:regular r:id="rId5"/>
      <p:bold r:id="rId6"/>
      <p:italic r:id="rId7"/>
      <p:boldItalic r:id="rId8"/>
    </p:embeddedFont>
    <p:embeddedFont>
      <p:font typeface="Open Sans" pitchFamily="2" charset="0"/>
      <p:regular r:id="rId9"/>
      <p:bold r:id="rId10"/>
      <p:italic r:id="rId11"/>
      <p:boldItalic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1pPr>
    <a:lvl2pPr marL="377526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2pPr>
    <a:lvl3pPr marL="755051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3pPr>
    <a:lvl4pPr marL="11325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4pPr>
    <a:lvl5pPr marL="1510102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5pPr>
    <a:lvl6pPr marL="1887628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6pPr>
    <a:lvl7pPr marL="226515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7pPr>
    <a:lvl8pPr marL="26426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8pPr>
    <a:lvl9pPr marL="302020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C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1061" y="808650"/>
            <a:ext cx="6400800" cy="390912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{{READING_COMPREHENSION_QUESTIONS_HEADER}}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82790" y="3559474"/>
            <a:ext cx="6417342" cy="278604"/>
          </a:xfrm>
        </p:spPr>
        <p:txBody>
          <a:bodyPr/>
          <a:lstStyle>
            <a:lvl1pPr algn="l">
              <a:defRPr b="1" baseline="0"/>
            </a:lvl1pPr>
          </a:lstStyle>
          <a:p>
            <a:pPr lvl="0"/>
            <a:r>
              <a:rPr lang="en-US" dirty="0" smtClean="0"/>
              <a:t>{{READING_COMPREHENSION_QUESTIONS_TYPE_OF_QUESTION_TITLE_1}}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91061" y="1283901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{{READING_COMPREHENSION_QUESTIONS_GRADE_INFO}}</a:t>
            </a:r>
          </a:p>
          <a:p>
            <a:pPr lvl="0"/>
            <a:endParaRPr lang="en-US" dirty="0" smtClean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691061" y="2028918"/>
            <a:ext cx="6400800" cy="62630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 smtClean="0"/>
              <a:t>Objectives: {{READIING_COMPREHENSION_QUESTIONS_OBJECTIVES}}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91061" y="2721691"/>
            <a:ext cx="6400800" cy="68011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Directions: {{READING_COMPREHENSION_QUESTIONS_DIRECTIONS}}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59427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82790" y="4043072"/>
            <a:ext cx="6417342" cy="1042922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{{READING_COMPREHENSION_QUESTION_CONTENT_1}}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6" hasCustomPrompt="1"/>
          </p:nvPr>
        </p:nvSpPr>
        <p:spPr>
          <a:xfrm>
            <a:off x="190730" y="108768"/>
            <a:ext cx="4535650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Name: {{STUDENT_NAME}} __________________________________</a:t>
            </a:r>
            <a:endParaRPr lang="en-US" dirty="0"/>
          </a:p>
        </p:txBody>
      </p:sp>
      <p:sp>
        <p:nvSpPr>
          <p:cNvPr id="28" name="Text Placeholder 26"/>
          <p:cNvSpPr>
            <a:spLocks noGrp="1"/>
          </p:cNvSpPr>
          <p:nvPr>
            <p:ph type="body" sz="quarter" idx="17" hasCustomPrompt="1"/>
          </p:nvPr>
        </p:nvSpPr>
        <p:spPr>
          <a:xfrm>
            <a:off x="4958671" y="108768"/>
            <a:ext cx="2582162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Date: {{DATE}} ____________________</a:t>
            </a:r>
            <a:endParaRPr lang="en-US" dirty="0"/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82790" y="5160571"/>
            <a:ext cx="6417342" cy="101591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{{READING_COMPREHENSION_QUESTION_CONTENT_2}}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82790" y="6251067"/>
            <a:ext cx="6417342" cy="1031046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{{READING_COMPREHENSION_QUESTION_CONTENT_3}}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82790" y="7356690"/>
            <a:ext cx="6417342" cy="963346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{{READING_COMPREHENSION_QUESTION_CONTENT_4}}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82790" y="8394612"/>
            <a:ext cx="6417342" cy="98397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{{READING_COMPREHENSION_QUESTION_CONTENT_5}}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691061" y="1616744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{{READING_COMPREHENSION_QUESTIONS_STANDARD_INFO}}</a:t>
            </a:r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582968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C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53143" y="807520"/>
            <a:ext cx="6460176" cy="285009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{{READING_COMPREHENSION_QUESTIONS_TYPE_OF_QUESTION_TITLE_2}}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53143" y="1196789"/>
            <a:ext cx="6460176" cy="147990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{{READING_COMPREHENSION_QUESTION_CONTENT_6}}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653143" y="2780958"/>
            <a:ext cx="6460176" cy="157490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{{READING_COMPREHENSION_QUESTION_CONTENT_7}}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653143" y="4460127"/>
            <a:ext cx="6460176" cy="1568497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{{READING_COMPREHENSION_QUESTION_CONTENT_8}}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53143" y="6132884"/>
            <a:ext cx="6460176" cy="1551161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{{READING_COMPREHENSION_QUESTION_CONTENT_9}}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53143" y="7788305"/>
            <a:ext cx="6460176" cy="1569451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{{READING_COMPREHENSION_QUESTION_CONTENT_10}}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144205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C_Questions_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606" y="808650"/>
            <a:ext cx="6400800" cy="390912"/>
          </a:xfrm>
        </p:spPr>
        <p:txBody>
          <a:bodyPr>
            <a:normAutofit/>
          </a:bodyPr>
          <a:lstStyle>
            <a:lvl1pPr>
              <a:defRPr sz="17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{{READING_COMPREHENSION_QUESTIONS_HEADER}}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77335" y="2442014"/>
            <a:ext cx="6417342" cy="278604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{{READING_COMPREHENSION_QUESTIONS_TYPE_OF_QUESTION_TITLE_1}}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47552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7335" y="2783983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{{READING_COMPREHENSION_QUESTION_ANSWER_CONTENT_1}}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77335" y="4493557"/>
            <a:ext cx="6417342" cy="932732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{{READING_COMPREHENSION_QUESTION_ANSWER_CONTENT_6}}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77335" y="4151588"/>
            <a:ext cx="6417342" cy="278604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{{READING_COMPREHENSION_QUESTIONS_TYPE_OF_QUESTION_TITLE_2}}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77335" y="3057504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{{READING_COMPREHENSION_QUESTION_ANSWER_CONTENT_2}}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677335" y="3331025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{{READING_COMPREHENSION_QUESTION_ANSWER_CONTENT_3}}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677335" y="3604546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{{READING_COMPREHENSION_QUESTION_ANSWER_CONTENT_4}}</a:t>
            </a:r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677335" y="3878067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{{READING_COMPREHENSION_QUESTION_ANSWER_CONTENT_5}}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677335" y="5489654"/>
            <a:ext cx="6417342" cy="932732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{{READING_COMPREHENSION_QUESTION_ANSWER_CONTENT_7}}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 </a:t>
            </a:r>
          </a:p>
          <a:p>
            <a:pPr lvl="0"/>
            <a:endParaRPr lang="en-US" dirty="0" smtClean="0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677335" y="6485751"/>
            <a:ext cx="6417342" cy="932732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{{READING_COMPREHENSION_QUESTION_ANSWER_CONTENT_8}}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 </a:t>
            </a:r>
          </a:p>
          <a:p>
            <a:pPr lvl="0"/>
            <a:endParaRPr lang="en-US" dirty="0" smtClean="0"/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677335" y="7481848"/>
            <a:ext cx="6417342" cy="932732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{{READING_COMPREHENSION_QUESTION_ANSWER_CONTENT_9}}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 </a:t>
            </a:r>
          </a:p>
          <a:p>
            <a:pPr lvl="0"/>
            <a:endParaRPr lang="en-US" dirty="0" smtClean="0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29" hasCustomPrompt="1"/>
          </p:nvPr>
        </p:nvSpPr>
        <p:spPr>
          <a:xfrm>
            <a:off x="677335" y="8477949"/>
            <a:ext cx="6417342" cy="932732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{{READING_COMPREHENSION_QUESTION_ANSWER_CONTENT_10}}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 </a:t>
            </a:r>
          </a:p>
          <a:p>
            <a:pPr lvl="0"/>
            <a:endParaRPr lang="en-US" dirty="0" smtClean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30" hasCustomPrompt="1"/>
          </p:nvPr>
        </p:nvSpPr>
        <p:spPr>
          <a:xfrm>
            <a:off x="677335" y="2027009"/>
            <a:ext cx="6417342" cy="278604"/>
          </a:xfrm>
        </p:spPr>
        <p:txBody>
          <a:bodyPr>
            <a:noAutofit/>
          </a:bodyPr>
          <a:lstStyle>
            <a:lvl1pPr algn="ctr">
              <a:defRPr sz="1400" b="1"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{{READING_COMPREHENSION_QUESTIONS_ANSWER_KEY_TITLE}}</a:t>
            </a:r>
          </a:p>
        </p:txBody>
      </p:sp>
      <p:sp>
        <p:nvSpPr>
          <p:cNvPr id="2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91061" y="1283901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{{READING_COMPREHENSION_QUESTIONS_GRADE_INFO}}</a:t>
            </a:r>
          </a:p>
          <a:p>
            <a:pPr lvl="0"/>
            <a:endParaRPr lang="en-US" dirty="0" smtClean="0"/>
          </a:p>
        </p:txBody>
      </p:sp>
      <p:sp>
        <p:nvSpPr>
          <p:cNvPr id="27" name="Text Placeholder 9"/>
          <p:cNvSpPr>
            <a:spLocks noGrp="1"/>
          </p:cNvSpPr>
          <p:nvPr>
            <p:ph type="body" sz="quarter" idx="31" hasCustomPrompt="1"/>
          </p:nvPr>
        </p:nvSpPr>
        <p:spPr>
          <a:xfrm>
            <a:off x="691061" y="1616744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{{READING_COMPREHENSION_QUESTIONS_STANDARD_INFO}}</a:t>
            </a:r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330578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" y="213756"/>
            <a:ext cx="7762352" cy="983710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644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046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7" r:id="rId2"/>
    <p:sldLayoutId id="2147483758" r:id="rId3"/>
  </p:sldLayoutIdLst>
  <p:timing>
    <p:tnLst>
      <p:par>
        <p:cTn id="1" dur="indefinite" restart="never" nodeType="tmRoot"/>
      </p:par>
    </p:tnLst>
  </p:timing>
  <p:txStyles>
    <p:titleStyle>
      <a:lvl1pPr algn="ctr" defTabSz="77724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Montserrat" pitchFamily="2" charset="0"/>
          <a:ea typeface="+mj-ea"/>
          <a:cs typeface="+mj-cs"/>
        </a:defRPr>
      </a:lvl1pPr>
    </p:titleStyle>
    <p:bodyStyle>
      <a:lvl1pPr marL="0" indent="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862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77724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16586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155448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682790" y="859398"/>
            <a:ext cx="640625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{{READING_COMPREHENSION_QUESTIONS_HEADER</a:t>
            </a:r>
            <a:r>
              <a:rPr lang="en-US" sz="1700" b="1" dirty="0" smtClean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}}</a:t>
            </a:r>
            <a:endParaRPr lang="en-US" sz="1700" b="1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1061" y="1252148"/>
            <a:ext cx="641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{{READING_COMPREHENSION_QUESTIONS_GRADE_INFO}}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4519" y="1588434"/>
            <a:ext cx="641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{{READING_COMPREHENSION_QUESTIONS_STANDARD_INFO}}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4520" y="2020278"/>
            <a:ext cx="6425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Objectives: 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READING_COMPREHENSION_QUESTIONS_OBJECTIVES</a:t>
            </a: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</a:p>
          <a:p>
            <a:endParaRPr lang="en-US" sz="1200" dirty="0" smtClean="0"/>
          </a:p>
          <a:p>
            <a:endParaRPr 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691061" y="2721691"/>
            <a:ext cx="64090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Directions: {{READING_COMPREHENSION_QUESTIONS_DIRECTIONS}}</a:t>
            </a:r>
          </a:p>
          <a:p>
            <a:endParaRPr lang="en-US" sz="1200" dirty="0" smtClean="0"/>
          </a:p>
          <a:p>
            <a:endParaRPr lang="en-US" sz="1200" dirty="0" smtClean="0"/>
          </a:p>
          <a:p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674519" y="3648548"/>
            <a:ext cx="6425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{{READING_COMPREHENSION_QUESTIONS_TYPE_OF_QUESTION_TITLE_1}}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4648" y="4042809"/>
            <a:ext cx="64354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{{READING_COMPREHENSION_QUESTION_CONTENT_1}}</a:t>
            </a:r>
          </a:p>
          <a:p>
            <a:endParaRPr lang="en-US" sz="1200" dirty="0" smtClean="0"/>
          </a:p>
          <a:p>
            <a:endParaRPr lang="en-US" sz="1200" dirty="0" smtClean="0"/>
          </a:p>
          <a:p>
            <a:endParaRPr lang="en-US" sz="1200" dirty="0" smtClean="0"/>
          </a:p>
          <a:p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691061" y="5170052"/>
            <a:ext cx="64090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READING_COMPREHENSION_QUESTION_CONTENT_2}}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/>
          </a:p>
          <a:p>
            <a:endParaRPr lang="en-US" sz="1200" dirty="0" smtClean="0"/>
          </a:p>
          <a:p>
            <a:endParaRPr lang="en-US" sz="1200" dirty="0" smtClean="0"/>
          </a:p>
          <a:p>
            <a:endParaRPr lang="en-US" sz="1200" dirty="0"/>
          </a:p>
        </p:txBody>
      </p:sp>
      <p:sp>
        <p:nvSpPr>
          <p:cNvPr id="34" name="TextBox 33"/>
          <p:cNvSpPr txBox="1"/>
          <p:nvPr/>
        </p:nvSpPr>
        <p:spPr>
          <a:xfrm>
            <a:off x="664647" y="6236227"/>
            <a:ext cx="64354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READING_COMPREHENSION_QUESTION_CONTENT_3}}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/>
          </a:p>
          <a:p>
            <a:endParaRPr lang="en-US" sz="1200" dirty="0" smtClean="0"/>
          </a:p>
          <a:p>
            <a:endParaRPr lang="en-US" sz="1200" dirty="0" smtClean="0"/>
          </a:p>
          <a:p>
            <a:endParaRPr lang="en-US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691061" y="7330756"/>
            <a:ext cx="64090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READING_COMPREHENSION_QUESTION_CONTENT_4}}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/>
          </a:p>
          <a:p>
            <a:endParaRPr lang="en-US" sz="1200" dirty="0" smtClean="0"/>
          </a:p>
          <a:p>
            <a:endParaRPr lang="en-US" sz="1200" dirty="0" smtClean="0"/>
          </a:p>
          <a:p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664646" y="8402123"/>
            <a:ext cx="64243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READING_COMPREHENSION_QUESTION_CONTENT_5}}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/>
          </a:p>
          <a:p>
            <a:endParaRPr lang="en-US" sz="1200" dirty="0" smtClean="0"/>
          </a:p>
          <a:p>
            <a:endParaRPr lang="en-US" sz="1200" dirty="0" smtClean="0"/>
          </a:p>
          <a:p>
            <a:endParaRPr lang="en-US" sz="1200" dirty="0"/>
          </a:p>
        </p:txBody>
      </p:sp>
      <p:sp>
        <p:nvSpPr>
          <p:cNvPr id="37" name="Text Placeholder 26"/>
          <p:cNvSpPr txBox="1">
            <a:spLocks/>
          </p:cNvSpPr>
          <p:nvPr/>
        </p:nvSpPr>
        <p:spPr>
          <a:xfrm>
            <a:off x="338802" y="187760"/>
            <a:ext cx="4535650" cy="344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Name: {{STUDENT_NAME}} __________________________________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8" name="Text Placeholder 26"/>
          <p:cNvSpPr txBox="1">
            <a:spLocks/>
          </p:cNvSpPr>
          <p:nvPr/>
        </p:nvSpPr>
        <p:spPr>
          <a:xfrm>
            <a:off x="4898514" y="185625"/>
            <a:ext cx="2693414" cy="2522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Date: {{DATE}} 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122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53143" y="806751"/>
            <a:ext cx="6460176" cy="285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READING_COMPREHENSION_QUESTIONS_TYPE_OF_QUESTION_TITLE_2}}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3143" y="1196789"/>
            <a:ext cx="64601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{{READING_COMPREHENSION_QUESTION_CONTENT_6}}</a:t>
            </a: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3143" y="2780958"/>
            <a:ext cx="6460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READING_COMPREHENSION_QUESTION_CONTENT_7}}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3143" y="4454878"/>
            <a:ext cx="6460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READING_COMPREHENSION_QUESTION_CONTENT_8}}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3143" y="6114385"/>
            <a:ext cx="6460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READING_COMPREHENSION_QUESTION_CONTENT_9}}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3143" y="7788096"/>
            <a:ext cx="6460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READING_COMPREHENSION_QUESTION_CONTENT_10}}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61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5606" y="823706"/>
            <a:ext cx="640625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{{READING_COMPREHENSION_QUESTIONS_HEADER</a:t>
            </a:r>
            <a:r>
              <a:rPr lang="en-US" sz="1700" b="1" dirty="0" smtClean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}}</a:t>
            </a:r>
            <a:endParaRPr lang="en-US" sz="1700" b="1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77335" y="1217411"/>
            <a:ext cx="641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{{READING_COMPREHENSION_QUESTIONS_GRADE_INFO}}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606" y="1561677"/>
            <a:ext cx="641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{{READING_COMPREHENSION_QUESTIONS_STANDARD_INFO}}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Montserrat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9956" y="2067829"/>
            <a:ext cx="6460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b="1" dirty="0">
                <a:latin typeface="Montserrat" pitchFamily="2" charset="0"/>
              </a:rPr>
              <a:t>{{READING_COMPREHENSION_QUESTIONS_ANSWER_KEY_TITLE}}</a:t>
            </a:r>
            <a:endParaRPr lang="en-US" sz="1400" b="1" dirty="0">
              <a:latin typeface="Montserrat" pitchFamily="2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6052" y="2445641"/>
            <a:ext cx="6425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{{READING_COMPREHENSION_QUESTIONS_TYPE_OF_QUESTION_TITLE_1}}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8084" y="2735856"/>
            <a:ext cx="64240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{{READING_COMPREHENSION_QUESTION_CONTENT_1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6052" y="4490771"/>
            <a:ext cx="6437644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{{READING_COMPREHENSION_QUESTION_ANSWER_CONTENT_6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}}</a:t>
            </a: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95158" y="3257184"/>
            <a:ext cx="6396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READING_COMPREHENSION_QUESTION_CONTENT_3}}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4711" y="3529924"/>
            <a:ext cx="6408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READING_COMPREHENSION_QUESTION_CONTENT_4}}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4712" y="3791510"/>
            <a:ext cx="6408984" cy="281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READING_COMPREHENSION_QUESTION_CONTENT_5}}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8084" y="4136797"/>
            <a:ext cx="6425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b="1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READING_COMPREHENSION_QUESTIONS_TYPE_OF_QUESTION_TITLE_2}}</a:t>
            </a:r>
            <a:endParaRPr lang="en-US" sz="1200" b="1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5606" y="2997442"/>
            <a:ext cx="64240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READING_COMPREHENSION_QUESTION_CONTENT_2}}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5606" y="5385338"/>
            <a:ext cx="6437644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READING_COMPREHENSION_QUESTION_ANSWER_CONTENT_7}}</a:t>
            </a: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04711" y="6378567"/>
            <a:ext cx="6437644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READING_COMPREHENSION_QUESTION_ANSWER_CONTENT_8}}</a:t>
            </a: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90381" y="7382476"/>
            <a:ext cx="6437644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READING_COMPREHENSION_QUESTION_ANSWER_CONTENT_9}}</a:t>
            </a: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39956" y="8430607"/>
            <a:ext cx="6437644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r>
              <a:rPr lang="en-US" sz="1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{{</a:t>
            </a: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READING_COMPREHENSION_QUESTION_ANSWER_CONTENT_10}}</a:t>
            </a: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0" defTabSz="777240">
              <a:lnSpc>
                <a:spcPct val="90000"/>
              </a:lnSpc>
              <a:spcBef>
                <a:spcPts val="850"/>
              </a:spcBef>
              <a:defRPr/>
            </a:pPr>
            <a:endParaRPr lang="en-US" sz="1200" dirty="0" smtClean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115230"/>
      </p:ext>
    </p:extLst>
  </p:cSld>
  <p:clrMapOvr>
    <a:masterClrMapping/>
  </p:clrMapOvr>
</p:sld>
</file>

<file path=ppt/theme/theme1.xml><?xml version="1.0" encoding="utf-8"?>
<a:theme xmlns:a="http://schemas.openxmlformats.org/drawingml/2006/main" name="Reading pass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1192</TotalTime>
  <Words>115</Words>
  <Application>Microsoft Office PowerPoint</Application>
  <PresentationFormat>Custom</PresentationFormat>
  <Paragraphs>70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Montserrat</vt:lpstr>
      <vt:lpstr>Open Sans</vt:lpstr>
      <vt:lpstr>Arial</vt:lpstr>
      <vt:lpstr>Calibri</vt:lpstr>
      <vt:lpstr>Reading passage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Rocky</dc:creator>
  <cp:lastModifiedBy>Rocky</cp:lastModifiedBy>
  <cp:revision>80</cp:revision>
  <dcterms:created xsi:type="dcterms:W3CDTF">2026-01-31T07:59:54Z</dcterms:created>
  <dcterms:modified xsi:type="dcterms:W3CDTF">2026-03-20T15:17:45Z</dcterms:modified>
</cp:coreProperties>
</file>